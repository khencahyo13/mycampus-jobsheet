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305" r:id="rId11"/>
    <p:sldId id="306" r:id="rId12"/>
    <p:sldId id="308" r:id="rId13"/>
    <p:sldId id="309" r:id="rId14"/>
    <p:sldId id="275" r:id="rId15"/>
    <p:sldId id="276" r:id="rId16"/>
    <p:sldId id="278" r:id="rId17"/>
    <p:sldId id="26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42D376-535D-47F1-A782-477A13AB4485}" type="doc">
      <dgm:prSet loTypeId="urn:microsoft.com/office/officeart/2005/8/layout/bProcess3" loCatId="process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ID"/>
        </a:p>
      </dgm:t>
    </dgm:pt>
    <dgm:pt modelId="{17389966-577C-4314-811D-D1C9B99EACBC}">
      <dgm:prSet phldrT="[Text]"/>
      <dgm:spPr/>
      <dgm:t>
        <a:bodyPr/>
        <a:lstStyle/>
        <a:p>
          <a:r>
            <a:rPr lang="en-ID" b="1" dirty="0" err="1"/>
            <a:t>Identifikasi</a:t>
          </a:r>
          <a:r>
            <a:rPr lang="en-ID" b="1" dirty="0"/>
            <a:t> </a:t>
          </a:r>
          <a:r>
            <a:rPr lang="en-ID" b="1" dirty="0" err="1"/>
            <a:t>Masalah</a:t>
          </a:r>
          <a:endParaRPr lang="en-ID" b="1" dirty="0"/>
        </a:p>
      </dgm:t>
    </dgm:pt>
    <dgm:pt modelId="{25BF440E-0B23-4F03-B9E1-2A58409E89F4}" type="parTrans" cxnId="{39B121D1-1378-4B98-8A74-99531238504B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360F455C-49C3-446A-BD96-BB4E175F337A}" type="sibTrans" cxnId="{39B121D1-1378-4B98-8A74-99531238504B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21A8D32F-7DD8-441C-A91C-4EA6FE128177}">
      <dgm:prSet/>
      <dgm:spPr/>
      <dgm:t>
        <a:bodyPr/>
        <a:lstStyle/>
        <a:p>
          <a:r>
            <a:rPr lang="en-ID" b="1" dirty="0"/>
            <a:t>Studi </a:t>
          </a:r>
          <a:r>
            <a:rPr lang="en-ID" b="1" dirty="0" err="1"/>
            <a:t>Literatur</a:t>
          </a:r>
          <a:endParaRPr lang="en-ID" b="1" dirty="0"/>
        </a:p>
      </dgm:t>
    </dgm:pt>
    <dgm:pt modelId="{6F8C992E-A2D8-45BB-8D6E-05D40FC2624D}" type="parTrans" cxnId="{B839ACD8-95A2-49D8-B244-7A38BC68FFC0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8EEF6369-B016-499F-AD2A-964B3B5B84DC}" type="sibTrans" cxnId="{B839ACD8-95A2-49D8-B244-7A38BC68FFC0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335ACA4A-4363-4F94-AEBF-F753E67FA2DD}">
      <dgm:prSet/>
      <dgm:spPr/>
      <dgm:t>
        <a:bodyPr/>
        <a:lstStyle/>
        <a:p>
          <a:r>
            <a:rPr lang="en-ID" b="1" dirty="0" err="1"/>
            <a:t>Rumusan</a:t>
          </a:r>
          <a:r>
            <a:rPr lang="en-ID" b="1" dirty="0"/>
            <a:t> </a:t>
          </a:r>
          <a:r>
            <a:rPr lang="en-ID" b="1" dirty="0" err="1"/>
            <a:t>Masalah</a:t>
          </a:r>
          <a:endParaRPr lang="en-ID" b="1" dirty="0"/>
        </a:p>
      </dgm:t>
    </dgm:pt>
    <dgm:pt modelId="{592522D3-5242-4400-971B-E8F1BE32077F}" type="parTrans" cxnId="{E4BD8FC3-820B-41C5-96F4-49F1337018DF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E472ED30-E9DA-4A0F-9BE8-4B3509D03C9F}" type="sibTrans" cxnId="{E4BD8FC3-820B-41C5-96F4-49F1337018DF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AC1FB0C1-30A0-400F-91D0-CAEFE815D992}">
      <dgm:prSet/>
      <dgm:spPr/>
      <dgm:t>
        <a:bodyPr/>
        <a:lstStyle/>
        <a:p>
          <a:r>
            <a:rPr lang="en-ID" b="1" dirty="0" err="1"/>
            <a:t>Menentukan</a:t>
          </a:r>
          <a:r>
            <a:rPr lang="en-ID" b="1" dirty="0"/>
            <a:t> Tujuan</a:t>
          </a:r>
        </a:p>
      </dgm:t>
    </dgm:pt>
    <dgm:pt modelId="{508513AB-F753-4F63-8309-D84578C78D82}" type="parTrans" cxnId="{E7B922BA-3646-442C-8EA8-733CC0C73008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1AD22F15-0317-4B3D-AE58-EED241E873B4}" type="sibTrans" cxnId="{E7B922BA-3646-442C-8EA8-733CC0C73008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3555FF32-49D7-431B-B00C-621DC3253FD0}">
      <dgm:prSet/>
      <dgm:spPr/>
      <dgm:t>
        <a:bodyPr/>
        <a:lstStyle/>
        <a:p>
          <a:r>
            <a:rPr lang="en-ID" b="1" dirty="0"/>
            <a:t>Menyusun Metode</a:t>
          </a:r>
        </a:p>
      </dgm:t>
    </dgm:pt>
    <dgm:pt modelId="{2D406454-4A7C-4E44-9421-F575AFE8BDAB}" type="parTrans" cxnId="{C9874E73-EF98-4445-81EF-BECB37C1BB5E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708C2D56-CE20-476F-80D3-A3DE7ACEAD2F}" type="sibTrans" cxnId="{C9874E73-EF98-4445-81EF-BECB37C1BB5E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D0D67BC8-FF69-4C7E-BA9A-41B7BBB0BCA7}">
      <dgm:prSet/>
      <dgm:spPr/>
      <dgm:t>
        <a:bodyPr/>
        <a:lstStyle/>
        <a:p>
          <a:r>
            <a:rPr lang="en-ID" b="1" dirty="0" err="1"/>
            <a:t>Mengumpulkan</a:t>
          </a:r>
          <a:r>
            <a:rPr lang="en-ID" b="1" dirty="0"/>
            <a:t> Data</a:t>
          </a:r>
        </a:p>
      </dgm:t>
    </dgm:pt>
    <dgm:pt modelId="{F9BFFB62-C3EB-4B48-8288-AA7D3A070F2D}" type="parTrans" cxnId="{CD34500D-3069-4BAD-B493-2D1DAF7C03ED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E6C220CF-234D-4C06-90A7-DA8D4FF9BE56}" type="sibTrans" cxnId="{CD34500D-3069-4BAD-B493-2D1DAF7C03ED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F4123638-7E1C-4787-9EF1-C5FD7FC53D51}">
      <dgm:prSet/>
      <dgm:spPr/>
      <dgm:t>
        <a:bodyPr/>
        <a:lstStyle/>
        <a:p>
          <a:r>
            <a:rPr lang="en-ID" b="1" dirty="0" err="1"/>
            <a:t>Analisis</a:t>
          </a:r>
          <a:r>
            <a:rPr lang="en-ID" b="1" dirty="0"/>
            <a:t> Data</a:t>
          </a:r>
        </a:p>
      </dgm:t>
    </dgm:pt>
    <dgm:pt modelId="{53BF9880-FECF-4D6A-B815-8D87A7D3A022}" type="parTrans" cxnId="{D3B27939-A1BE-4A11-9C5B-EDAA953F2228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3575AEBF-6DAA-473A-B552-CC4E5B7EB29A}" type="sibTrans" cxnId="{D3B27939-A1BE-4A11-9C5B-EDAA953F2228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1D204D12-5C9D-4CA6-90D9-1A0E67DC1ED9}">
      <dgm:prSet/>
      <dgm:spPr/>
      <dgm:t>
        <a:bodyPr/>
        <a:lstStyle/>
        <a:p>
          <a:r>
            <a:rPr lang="en-ID" b="1" dirty="0"/>
            <a:t>Kesimpulan</a:t>
          </a:r>
        </a:p>
      </dgm:t>
    </dgm:pt>
    <dgm:pt modelId="{28C73517-939C-48A9-A8D7-F045D935B441}" type="parTrans" cxnId="{F2C39437-27F3-4E29-BA81-6D9D217D1CA2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60663797-7B52-4AB8-B141-1AD30E5D06DC}" type="sibTrans" cxnId="{F2C39437-27F3-4E29-BA81-6D9D217D1CA2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792C5EDB-7147-40AF-8418-3BA279F171F7}">
      <dgm:prSet/>
      <dgm:spPr/>
      <dgm:t>
        <a:bodyPr/>
        <a:lstStyle/>
        <a:p>
          <a:r>
            <a:rPr lang="en-ID" b="1" dirty="0" err="1"/>
            <a:t>Laporan</a:t>
          </a:r>
          <a:r>
            <a:rPr lang="en-ID" b="1" dirty="0"/>
            <a:t> &amp; </a:t>
          </a:r>
          <a:r>
            <a:rPr lang="en-ID" b="1" dirty="0" err="1"/>
            <a:t>Publikasi</a:t>
          </a:r>
          <a:endParaRPr lang="en-ID" b="1" dirty="0"/>
        </a:p>
      </dgm:t>
    </dgm:pt>
    <dgm:pt modelId="{FED544F0-E3B2-4621-8761-67E00040F0D6}" type="parTrans" cxnId="{31580DB9-6E49-43DE-A1F7-1D58B7FA1140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CF6D37D2-5D62-4B66-90BC-A51E1CD78A3A}" type="sibTrans" cxnId="{31580DB9-6E49-43DE-A1F7-1D58B7FA1140}">
      <dgm:prSet/>
      <dgm:spPr/>
      <dgm:t>
        <a:bodyPr/>
        <a:lstStyle/>
        <a:p>
          <a:endParaRPr lang="en-ID" b="1" dirty="0">
            <a:solidFill>
              <a:schemeClr val="bg1"/>
            </a:solidFill>
          </a:endParaRPr>
        </a:p>
      </dgm:t>
    </dgm:pt>
    <dgm:pt modelId="{4EF6F1DD-A8FF-4B47-9C80-1A1E0F38EAAC}" type="pres">
      <dgm:prSet presAssocID="{EF42D376-535D-47F1-A782-477A13AB4485}" presName="Name0" presStyleCnt="0">
        <dgm:presLayoutVars>
          <dgm:dir/>
          <dgm:resizeHandles val="exact"/>
        </dgm:presLayoutVars>
      </dgm:prSet>
      <dgm:spPr/>
    </dgm:pt>
    <dgm:pt modelId="{EE0041A9-8DA8-4B87-8926-6C53A90A8B2A}" type="pres">
      <dgm:prSet presAssocID="{17389966-577C-4314-811D-D1C9B99EACBC}" presName="node" presStyleLbl="node1" presStyleIdx="0" presStyleCnt="9">
        <dgm:presLayoutVars>
          <dgm:bulletEnabled val="1"/>
        </dgm:presLayoutVars>
      </dgm:prSet>
      <dgm:spPr/>
    </dgm:pt>
    <dgm:pt modelId="{801ACF22-49C4-4C2E-B5FB-F2A7204B1CED}" type="pres">
      <dgm:prSet presAssocID="{360F455C-49C3-446A-BD96-BB4E175F337A}" presName="sibTrans" presStyleLbl="sibTrans1D1" presStyleIdx="0" presStyleCnt="8"/>
      <dgm:spPr/>
    </dgm:pt>
    <dgm:pt modelId="{D1154FBE-7F11-4AE8-A648-C3B38A791E9B}" type="pres">
      <dgm:prSet presAssocID="{360F455C-49C3-446A-BD96-BB4E175F337A}" presName="connectorText" presStyleLbl="sibTrans1D1" presStyleIdx="0" presStyleCnt="8"/>
      <dgm:spPr/>
    </dgm:pt>
    <dgm:pt modelId="{340BC3CD-4428-4A78-9A7B-8EDDBCEC9D8D}" type="pres">
      <dgm:prSet presAssocID="{21A8D32F-7DD8-441C-A91C-4EA6FE128177}" presName="node" presStyleLbl="node1" presStyleIdx="1" presStyleCnt="9">
        <dgm:presLayoutVars>
          <dgm:bulletEnabled val="1"/>
        </dgm:presLayoutVars>
      </dgm:prSet>
      <dgm:spPr/>
    </dgm:pt>
    <dgm:pt modelId="{B7FD714A-DAD3-4AC8-BE1C-353FEADC1746}" type="pres">
      <dgm:prSet presAssocID="{8EEF6369-B016-499F-AD2A-964B3B5B84DC}" presName="sibTrans" presStyleLbl="sibTrans1D1" presStyleIdx="1" presStyleCnt="8"/>
      <dgm:spPr/>
    </dgm:pt>
    <dgm:pt modelId="{05D67338-1224-4ABF-BAC0-115E8F490F6C}" type="pres">
      <dgm:prSet presAssocID="{8EEF6369-B016-499F-AD2A-964B3B5B84DC}" presName="connectorText" presStyleLbl="sibTrans1D1" presStyleIdx="1" presStyleCnt="8"/>
      <dgm:spPr/>
    </dgm:pt>
    <dgm:pt modelId="{C4FA505A-F6C0-4C99-B3BB-04C4E8F28D7D}" type="pres">
      <dgm:prSet presAssocID="{335ACA4A-4363-4F94-AEBF-F753E67FA2DD}" presName="node" presStyleLbl="node1" presStyleIdx="2" presStyleCnt="9">
        <dgm:presLayoutVars>
          <dgm:bulletEnabled val="1"/>
        </dgm:presLayoutVars>
      </dgm:prSet>
      <dgm:spPr/>
    </dgm:pt>
    <dgm:pt modelId="{BF7F9223-FD80-4DDE-912D-23D1C48D63D9}" type="pres">
      <dgm:prSet presAssocID="{E472ED30-E9DA-4A0F-9BE8-4B3509D03C9F}" presName="sibTrans" presStyleLbl="sibTrans1D1" presStyleIdx="2" presStyleCnt="8"/>
      <dgm:spPr/>
    </dgm:pt>
    <dgm:pt modelId="{E2492D20-9E0C-4323-9EC5-B13FA91C39CB}" type="pres">
      <dgm:prSet presAssocID="{E472ED30-E9DA-4A0F-9BE8-4B3509D03C9F}" presName="connectorText" presStyleLbl="sibTrans1D1" presStyleIdx="2" presStyleCnt="8"/>
      <dgm:spPr/>
    </dgm:pt>
    <dgm:pt modelId="{8233C9C8-B074-42CE-B513-75AE54D7AE63}" type="pres">
      <dgm:prSet presAssocID="{AC1FB0C1-30A0-400F-91D0-CAEFE815D992}" presName="node" presStyleLbl="node1" presStyleIdx="3" presStyleCnt="9">
        <dgm:presLayoutVars>
          <dgm:bulletEnabled val="1"/>
        </dgm:presLayoutVars>
      </dgm:prSet>
      <dgm:spPr/>
    </dgm:pt>
    <dgm:pt modelId="{D5149783-F562-41FA-9E94-D0D5A40FEFF8}" type="pres">
      <dgm:prSet presAssocID="{1AD22F15-0317-4B3D-AE58-EED241E873B4}" presName="sibTrans" presStyleLbl="sibTrans1D1" presStyleIdx="3" presStyleCnt="8"/>
      <dgm:spPr/>
    </dgm:pt>
    <dgm:pt modelId="{6094B1A0-A703-4E14-8B5E-8DECF5022A01}" type="pres">
      <dgm:prSet presAssocID="{1AD22F15-0317-4B3D-AE58-EED241E873B4}" presName="connectorText" presStyleLbl="sibTrans1D1" presStyleIdx="3" presStyleCnt="8"/>
      <dgm:spPr/>
    </dgm:pt>
    <dgm:pt modelId="{94C8775C-E9B1-4E4C-A1FA-CE20C508BDCA}" type="pres">
      <dgm:prSet presAssocID="{3555FF32-49D7-431B-B00C-621DC3253FD0}" presName="node" presStyleLbl="node1" presStyleIdx="4" presStyleCnt="9">
        <dgm:presLayoutVars>
          <dgm:bulletEnabled val="1"/>
        </dgm:presLayoutVars>
      </dgm:prSet>
      <dgm:spPr/>
    </dgm:pt>
    <dgm:pt modelId="{02CFBA2F-D491-47EC-8B76-A81519E7231B}" type="pres">
      <dgm:prSet presAssocID="{708C2D56-CE20-476F-80D3-A3DE7ACEAD2F}" presName="sibTrans" presStyleLbl="sibTrans1D1" presStyleIdx="4" presStyleCnt="8"/>
      <dgm:spPr/>
    </dgm:pt>
    <dgm:pt modelId="{6933F51B-7CE2-4FC6-8335-3DA8EDCF00CC}" type="pres">
      <dgm:prSet presAssocID="{708C2D56-CE20-476F-80D3-A3DE7ACEAD2F}" presName="connectorText" presStyleLbl="sibTrans1D1" presStyleIdx="4" presStyleCnt="8"/>
      <dgm:spPr/>
    </dgm:pt>
    <dgm:pt modelId="{EDF814AB-5137-4CA9-AF99-20CC4CF5EB5E}" type="pres">
      <dgm:prSet presAssocID="{D0D67BC8-FF69-4C7E-BA9A-41B7BBB0BCA7}" presName="node" presStyleLbl="node1" presStyleIdx="5" presStyleCnt="9">
        <dgm:presLayoutVars>
          <dgm:bulletEnabled val="1"/>
        </dgm:presLayoutVars>
      </dgm:prSet>
      <dgm:spPr/>
    </dgm:pt>
    <dgm:pt modelId="{4747E661-9AE2-4511-81A3-3F34593914BE}" type="pres">
      <dgm:prSet presAssocID="{E6C220CF-234D-4C06-90A7-DA8D4FF9BE56}" presName="sibTrans" presStyleLbl="sibTrans1D1" presStyleIdx="5" presStyleCnt="8"/>
      <dgm:spPr/>
    </dgm:pt>
    <dgm:pt modelId="{355F8992-6AF1-47BB-98FF-E25315B5B287}" type="pres">
      <dgm:prSet presAssocID="{E6C220CF-234D-4C06-90A7-DA8D4FF9BE56}" presName="connectorText" presStyleLbl="sibTrans1D1" presStyleIdx="5" presStyleCnt="8"/>
      <dgm:spPr/>
    </dgm:pt>
    <dgm:pt modelId="{E82C54CF-F60A-452C-8073-941C15CC17A6}" type="pres">
      <dgm:prSet presAssocID="{F4123638-7E1C-4787-9EF1-C5FD7FC53D51}" presName="node" presStyleLbl="node1" presStyleIdx="6" presStyleCnt="9">
        <dgm:presLayoutVars>
          <dgm:bulletEnabled val="1"/>
        </dgm:presLayoutVars>
      </dgm:prSet>
      <dgm:spPr/>
    </dgm:pt>
    <dgm:pt modelId="{A98AE8D3-FF02-4453-92AF-EB5D76B72A00}" type="pres">
      <dgm:prSet presAssocID="{3575AEBF-6DAA-473A-B552-CC4E5B7EB29A}" presName="sibTrans" presStyleLbl="sibTrans1D1" presStyleIdx="6" presStyleCnt="8"/>
      <dgm:spPr/>
    </dgm:pt>
    <dgm:pt modelId="{BDDEED68-A757-4B12-BF52-EC7EACA8BF7D}" type="pres">
      <dgm:prSet presAssocID="{3575AEBF-6DAA-473A-B552-CC4E5B7EB29A}" presName="connectorText" presStyleLbl="sibTrans1D1" presStyleIdx="6" presStyleCnt="8"/>
      <dgm:spPr/>
    </dgm:pt>
    <dgm:pt modelId="{989C2211-D257-4B28-92FA-E9107AB1C5DE}" type="pres">
      <dgm:prSet presAssocID="{1D204D12-5C9D-4CA6-90D9-1A0E67DC1ED9}" presName="node" presStyleLbl="node1" presStyleIdx="7" presStyleCnt="9">
        <dgm:presLayoutVars>
          <dgm:bulletEnabled val="1"/>
        </dgm:presLayoutVars>
      </dgm:prSet>
      <dgm:spPr/>
    </dgm:pt>
    <dgm:pt modelId="{43119448-E00C-414B-8159-FC6F87586800}" type="pres">
      <dgm:prSet presAssocID="{60663797-7B52-4AB8-B141-1AD30E5D06DC}" presName="sibTrans" presStyleLbl="sibTrans1D1" presStyleIdx="7" presStyleCnt="8"/>
      <dgm:spPr/>
    </dgm:pt>
    <dgm:pt modelId="{2960E036-91AD-481E-B3A0-97CF66B6B97D}" type="pres">
      <dgm:prSet presAssocID="{60663797-7B52-4AB8-B141-1AD30E5D06DC}" presName="connectorText" presStyleLbl="sibTrans1D1" presStyleIdx="7" presStyleCnt="8"/>
      <dgm:spPr/>
    </dgm:pt>
    <dgm:pt modelId="{9DF31D11-F7D9-4FE3-AA3A-9DDC07F14E59}" type="pres">
      <dgm:prSet presAssocID="{792C5EDB-7147-40AF-8418-3BA279F171F7}" presName="node" presStyleLbl="node1" presStyleIdx="8" presStyleCnt="9">
        <dgm:presLayoutVars>
          <dgm:bulletEnabled val="1"/>
        </dgm:presLayoutVars>
      </dgm:prSet>
      <dgm:spPr/>
    </dgm:pt>
  </dgm:ptLst>
  <dgm:cxnLst>
    <dgm:cxn modelId="{CD34500D-3069-4BAD-B493-2D1DAF7C03ED}" srcId="{EF42D376-535D-47F1-A782-477A13AB4485}" destId="{D0D67BC8-FF69-4C7E-BA9A-41B7BBB0BCA7}" srcOrd="5" destOrd="0" parTransId="{F9BFFB62-C3EB-4B48-8288-AA7D3A070F2D}" sibTransId="{E6C220CF-234D-4C06-90A7-DA8D4FF9BE56}"/>
    <dgm:cxn modelId="{477F671A-A59B-4F3B-96B0-7DC2473B9FD9}" type="presOf" srcId="{335ACA4A-4363-4F94-AEBF-F753E67FA2DD}" destId="{C4FA505A-F6C0-4C99-B3BB-04C4E8F28D7D}" srcOrd="0" destOrd="0" presId="urn:microsoft.com/office/officeart/2005/8/layout/bProcess3"/>
    <dgm:cxn modelId="{2BA2701B-750D-410B-A1B4-9189426BF16C}" type="presOf" srcId="{EF42D376-535D-47F1-A782-477A13AB4485}" destId="{4EF6F1DD-A8FF-4B47-9C80-1A1E0F38EAAC}" srcOrd="0" destOrd="0" presId="urn:microsoft.com/office/officeart/2005/8/layout/bProcess3"/>
    <dgm:cxn modelId="{8F0ED01E-7754-448A-9D64-72BA1D9D8BB8}" type="presOf" srcId="{E6C220CF-234D-4C06-90A7-DA8D4FF9BE56}" destId="{4747E661-9AE2-4511-81A3-3F34593914BE}" srcOrd="0" destOrd="0" presId="urn:microsoft.com/office/officeart/2005/8/layout/bProcess3"/>
    <dgm:cxn modelId="{093FB92C-BB54-4F1E-9A80-3DE549AF2DFA}" type="presOf" srcId="{D0D67BC8-FF69-4C7E-BA9A-41B7BBB0BCA7}" destId="{EDF814AB-5137-4CA9-AF99-20CC4CF5EB5E}" srcOrd="0" destOrd="0" presId="urn:microsoft.com/office/officeart/2005/8/layout/bProcess3"/>
    <dgm:cxn modelId="{F2C39437-27F3-4E29-BA81-6D9D217D1CA2}" srcId="{EF42D376-535D-47F1-A782-477A13AB4485}" destId="{1D204D12-5C9D-4CA6-90D9-1A0E67DC1ED9}" srcOrd="7" destOrd="0" parTransId="{28C73517-939C-48A9-A8D7-F045D935B441}" sibTransId="{60663797-7B52-4AB8-B141-1AD30E5D06DC}"/>
    <dgm:cxn modelId="{987F2239-57C2-4C28-A49B-DF8FD0649776}" type="presOf" srcId="{3555FF32-49D7-431B-B00C-621DC3253FD0}" destId="{94C8775C-E9B1-4E4C-A1FA-CE20C508BDCA}" srcOrd="0" destOrd="0" presId="urn:microsoft.com/office/officeart/2005/8/layout/bProcess3"/>
    <dgm:cxn modelId="{D3B27939-A1BE-4A11-9C5B-EDAA953F2228}" srcId="{EF42D376-535D-47F1-A782-477A13AB4485}" destId="{F4123638-7E1C-4787-9EF1-C5FD7FC53D51}" srcOrd="6" destOrd="0" parTransId="{53BF9880-FECF-4D6A-B815-8D87A7D3A022}" sibTransId="{3575AEBF-6DAA-473A-B552-CC4E5B7EB29A}"/>
    <dgm:cxn modelId="{0ADE5161-F3D9-4AB8-ADA7-D7D0AA07A3FF}" type="presOf" srcId="{360F455C-49C3-446A-BD96-BB4E175F337A}" destId="{D1154FBE-7F11-4AE8-A648-C3B38A791E9B}" srcOrd="1" destOrd="0" presId="urn:microsoft.com/office/officeart/2005/8/layout/bProcess3"/>
    <dgm:cxn modelId="{1FED4466-B4D5-44D4-8FF7-7343908A1E4E}" type="presOf" srcId="{21A8D32F-7DD8-441C-A91C-4EA6FE128177}" destId="{340BC3CD-4428-4A78-9A7B-8EDDBCEC9D8D}" srcOrd="0" destOrd="0" presId="urn:microsoft.com/office/officeart/2005/8/layout/bProcess3"/>
    <dgm:cxn modelId="{23C52E69-A680-4CB1-A1B0-20833BD68AFD}" type="presOf" srcId="{8EEF6369-B016-499F-AD2A-964B3B5B84DC}" destId="{B7FD714A-DAD3-4AC8-BE1C-353FEADC1746}" srcOrd="0" destOrd="0" presId="urn:microsoft.com/office/officeart/2005/8/layout/bProcess3"/>
    <dgm:cxn modelId="{9D7C136C-BD0A-4D6A-B310-F5FBB207D635}" type="presOf" srcId="{3575AEBF-6DAA-473A-B552-CC4E5B7EB29A}" destId="{BDDEED68-A757-4B12-BF52-EC7EACA8BF7D}" srcOrd="1" destOrd="0" presId="urn:microsoft.com/office/officeart/2005/8/layout/bProcess3"/>
    <dgm:cxn modelId="{5F3A804D-3101-47CD-BCA9-E9062BE84599}" type="presOf" srcId="{3575AEBF-6DAA-473A-B552-CC4E5B7EB29A}" destId="{A98AE8D3-FF02-4453-92AF-EB5D76B72A00}" srcOrd="0" destOrd="0" presId="urn:microsoft.com/office/officeart/2005/8/layout/bProcess3"/>
    <dgm:cxn modelId="{C9874E73-EF98-4445-81EF-BECB37C1BB5E}" srcId="{EF42D376-535D-47F1-A782-477A13AB4485}" destId="{3555FF32-49D7-431B-B00C-621DC3253FD0}" srcOrd="4" destOrd="0" parTransId="{2D406454-4A7C-4E44-9421-F575AFE8BDAB}" sibTransId="{708C2D56-CE20-476F-80D3-A3DE7ACEAD2F}"/>
    <dgm:cxn modelId="{9E4C1276-647E-4840-9939-92DF204AEB1E}" type="presOf" srcId="{8EEF6369-B016-499F-AD2A-964B3B5B84DC}" destId="{05D67338-1224-4ABF-BAC0-115E8F490F6C}" srcOrd="1" destOrd="0" presId="urn:microsoft.com/office/officeart/2005/8/layout/bProcess3"/>
    <dgm:cxn modelId="{71A67059-2781-4736-A584-A2A7CF8C3453}" type="presOf" srcId="{AC1FB0C1-30A0-400F-91D0-CAEFE815D992}" destId="{8233C9C8-B074-42CE-B513-75AE54D7AE63}" srcOrd="0" destOrd="0" presId="urn:microsoft.com/office/officeart/2005/8/layout/bProcess3"/>
    <dgm:cxn modelId="{F450E080-C1A3-4F49-99D3-0AB0C401BF7E}" type="presOf" srcId="{E6C220CF-234D-4C06-90A7-DA8D4FF9BE56}" destId="{355F8992-6AF1-47BB-98FF-E25315B5B287}" srcOrd="1" destOrd="0" presId="urn:microsoft.com/office/officeart/2005/8/layout/bProcess3"/>
    <dgm:cxn modelId="{4E81E081-8968-454B-80FD-5BC43746ECE4}" type="presOf" srcId="{1AD22F15-0317-4B3D-AE58-EED241E873B4}" destId="{6094B1A0-A703-4E14-8B5E-8DECF5022A01}" srcOrd="1" destOrd="0" presId="urn:microsoft.com/office/officeart/2005/8/layout/bProcess3"/>
    <dgm:cxn modelId="{14696484-E5AA-4E4C-B782-399E2CDA9923}" type="presOf" srcId="{E472ED30-E9DA-4A0F-9BE8-4B3509D03C9F}" destId="{E2492D20-9E0C-4323-9EC5-B13FA91C39CB}" srcOrd="1" destOrd="0" presId="urn:microsoft.com/office/officeart/2005/8/layout/bProcess3"/>
    <dgm:cxn modelId="{75FECF95-6611-4B42-970F-B95BEDEB616B}" type="presOf" srcId="{17389966-577C-4314-811D-D1C9B99EACBC}" destId="{EE0041A9-8DA8-4B87-8926-6C53A90A8B2A}" srcOrd="0" destOrd="0" presId="urn:microsoft.com/office/officeart/2005/8/layout/bProcess3"/>
    <dgm:cxn modelId="{8D9DDA96-D601-409B-B58C-F44BA934D679}" type="presOf" srcId="{E472ED30-E9DA-4A0F-9BE8-4B3509D03C9F}" destId="{BF7F9223-FD80-4DDE-912D-23D1C48D63D9}" srcOrd="0" destOrd="0" presId="urn:microsoft.com/office/officeart/2005/8/layout/bProcess3"/>
    <dgm:cxn modelId="{D562229A-A4B3-476C-83E9-3A0759F22548}" type="presOf" srcId="{708C2D56-CE20-476F-80D3-A3DE7ACEAD2F}" destId="{6933F51B-7CE2-4FC6-8335-3DA8EDCF00CC}" srcOrd="1" destOrd="0" presId="urn:microsoft.com/office/officeart/2005/8/layout/bProcess3"/>
    <dgm:cxn modelId="{2BBDFB9C-DDEE-40AA-8759-78184392655C}" type="presOf" srcId="{60663797-7B52-4AB8-B141-1AD30E5D06DC}" destId="{43119448-E00C-414B-8159-FC6F87586800}" srcOrd="0" destOrd="0" presId="urn:microsoft.com/office/officeart/2005/8/layout/bProcess3"/>
    <dgm:cxn modelId="{7F5E54A4-AA04-42B0-97ED-C59D8A82187E}" type="presOf" srcId="{F4123638-7E1C-4787-9EF1-C5FD7FC53D51}" destId="{E82C54CF-F60A-452C-8073-941C15CC17A6}" srcOrd="0" destOrd="0" presId="urn:microsoft.com/office/officeart/2005/8/layout/bProcess3"/>
    <dgm:cxn modelId="{31580DB9-6E49-43DE-A1F7-1D58B7FA1140}" srcId="{EF42D376-535D-47F1-A782-477A13AB4485}" destId="{792C5EDB-7147-40AF-8418-3BA279F171F7}" srcOrd="8" destOrd="0" parTransId="{FED544F0-E3B2-4621-8761-67E00040F0D6}" sibTransId="{CF6D37D2-5D62-4B66-90BC-A51E1CD78A3A}"/>
    <dgm:cxn modelId="{E7B922BA-3646-442C-8EA8-733CC0C73008}" srcId="{EF42D376-535D-47F1-A782-477A13AB4485}" destId="{AC1FB0C1-30A0-400F-91D0-CAEFE815D992}" srcOrd="3" destOrd="0" parTransId="{508513AB-F753-4F63-8309-D84578C78D82}" sibTransId="{1AD22F15-0317-4B3D-AE58-EED241E873B4}"/>
    <dgm:cxn modelId="{E4BD8FC3-820B-41C5-96F4-49F1337018DF}" srcId="{EF42D376-535D-47F1-A782-477A13AB4485}" destId="{335ACA4A-4363-4F94-AEBF-F753E67FA2DD}" srcOrd="2" destOrd="0" parTransId="{592522D3-5242-4400-971B-E8F1BE32077F}" sibTransId="{E472ED30-E9DA-4A0F-9BE8-4B3509D03C9F}"/>
    <dgm:cxn modelId="{72CC50CB-BB73-4F05-8BC2-FAAA02213255}" type="presOf" srcId="{792C5EDB-7147-40AF-8418-3BA279F171F7}" destId="{9DF31D11-F7D9-4FE3-AA3A-9DDC07F14E59}" srcOrd="0" destOrd="0" presId="urn:microsoft.com/office/officeart/2005/8/layout/bProcess3"/>
    <dgm:cxn modelId="{39B121D1-1378-4B98-8A74-99531238504B}" srcId="{EF42D376-535D-47F1-A782-477A13AB4485}" destId="{17389966-577C-4314-811D-D1C9B99EACBC}" srcOrd="0" destOrd="0" parTransId="{25BF440E-0B23-4F03-B9E1-2A58409E89F4}" sibTransId="{360F455C-49C3-446A-BD96-BB4E175F337A}"/>
    <dgm:cxn modelId="{B839ACD8-95A2-49D8-B244-7A38BC68FFC0}" srcId="{EF42D376-535D-47F1-A782-477A13AB4485}" destId="{21A8D32F-7DD8-441C-A91C-4EA6FE128177}" srcOrd="1" destOrd="0" parTransId="{6F8C992E-A2D8-45BB-8D6E-05D40FC2624D}" sibTransId="{8EEF6369-B016-499F-AD2A-964B3B5B84DC}"/>
    <dgm:cxn modelId="{74F501E3-2661-4C96-B019-23DF32E48311}" type="presOf" srcId="{708C2D56-CE20-476F-80D3-A3DE7ACEAD2F}" destId="{02CFBA2F-D491-47EC-8B76-A81519E7231B}" srcOrd="0" destOrd="0" presId="urn:microsoft.com/office/officeart/2005/8/layout/bProcess3"/>
    <dgm:cxn modelId="{5094FBE4-A1A1-47DF-A7B8-6406D728F9F1}" type="presOf" srcId="{360F455C-49C3-446A-BD96-BB4E175F337A}" destId="{801ACF22-49C4-4C2E-B5FB-F2A7204B1CED}" srcOrd="0" destOrd="0" presId="urn:microsoft.com/office/officeart/2005/8/layout/bProcess3"/>
    <dgm:cxn modelId="{980B66F5-5332-4954-91AC-861D695E3FCE}" type="presOf" srcId="{1AD22F15-0317-4B3D-AE58-EED241E873B4}" destId="{D5149783-F562-41FA-9E94-D0D5A40FEFF8}" srcOrd="0" destOrd="0" presId="urn:microsoft.com/office/officeart/2005/8/layout/bProcess3"/>
    <dgm:cxn modelId="{4660E2FC-6F3F-4BBD-A499-9BBE87AB4E21}" type="presOf" srcId="{1D204D12-5C9D-4CA6-90D9-1A0E67DC1ED9}" destId="{989C2211-D257-4B28-92FA-E9107AB1C5DE}" srcOrd="0" destOrd="0" presId="urn:microsoft.com/office/officeart/2005/8/layout/bProcess3"/>
    <dgm:cxn modelId="{61280DFD-4198-4949-B3B9-20159DF841CC}" type="presOf" srcId="{60663797-7B52-4AB8-B141-1AD30E5D06DC}" destId="{2960E036-91AD-481E-B3A0-97CF66B6B97D}" srcOrd="1" destOrd="0" presId="urn:microsoft.com/office/officeart/2005/8/layout/bProcess3"/>
    <dgm:cxn modelId="{2C0EF76B-008B-4FF9-9EE0-29E9FE53EC45}" type="presParOf" srcId="{4EF6F1DD-A8FF-4B47-9C80-1A1E0F38EAAC}" destId="{EE0041A9-8DA8-4B87-8926-6C53A90A8B2A}" srcOrd="0" destOrd="0" presId="urn:microsoft.com/office/officeart/2005/8/layout/bProcess3"/>
    <dgm:cxn modelId="{EABC21AC-845C-4A7E-A9A5-ABE3DF48E4FD}" type="presParOf" srcId="{4EF6F1DD-A8FF-4B47-9C80-1A1E0F38EAAC}" destId="{801ACF22-49C4-4C2E-B5FB-F2A7204B1CED}" srcOrd="1" destOrd="0" presId="urn:microsoft.com/office/officeart/2005/8/layout/bProcess3"/>
    <dgm:cxn modelId="{493E26E2-DDDF-44D5-A94E-09FD8CE5D675}" type="presParOf" srcId="{801ACF22-49C4-4C2E-B5FB-F2A7204B1CED}" destId="{D1154FBE-7F11-4AE8-A648-C3B38A791E9B}" srcOrd="0" destOrd="0" presId="urn:microsoft.com/office/officeart/2005/8/layout/bProcess3"/>
    <dgm:cxn modelId="{757F278D-AFCF-427B-8608-5A72F99C622B}" type="presParOf" srcId="{4EF6F1DD-A8FF-4B47-9C80-1A1E0F38EAAC}" destId="{340BC3CD-4428-4A78-9A7B-8EDDBCEC9D8D}" srcOrd="2" destOrd="0" presId="urn:microsoft.com/office/officeart/2005/8/layout/bProcess3"/>
    <dgm:cxn modelId="{03FAC34E-C169-4B0A-8D7A-D425586E2399}" type="presParOf" srcId="{4EF6F1DD-A8FF-4B47-9C80-1A1E0F38EAAC}" destId="{B7FD714A-DAD3-4AC8-BE1C-353FEADC1746}" srcOrd="3" destOrd="0" presId="urn:microsoft.com/office/officeart/2005/8/layout/bProcess3"/>
    <dgm:cxn modelId="{ED6D9A0F-79E3-46E6-A275-CE675F341439}" type="presParOf" srcId="{B7FD714A-DAD3-4AC8-BE1C-353FEADC1746}" destId="{05D67338-1224-4ABF-BAC0-115E8F490F6C}" srcOrd="0" destOrd="0" presId="urn:microsoft.com/office/officeart/2005/8/layout/bProcess3"/>
    <dgm:cxn modelId="{B7EA9E0A-B35F-4F9A-84AE-A9CC133CF3C4}" type="presParOf" srcId="{4EF6F1DD-A8FF-4B47-9C80-1A1E0F38EAAC}" destId="{C4FA505A-F6C0-4C99-B3BB-04C4E8F28D7D}" srcOrd="4" destOrd="0" presId="urn:microsoft.com/office/officeart/2005/8/layout/bProcess3"/>
    <dgm:cxn modelId="{9E1C8A1A-B44A-4C3B-9B3B-C86CF8C909A2}" type="presParOf" srcId="{4EF6F1DD-A8FF-4B47-9C80-1A1E0F38EAAC}" destId="{BF7F9223-FD80-4DDE-912D-23D1C48D63D9}" srcOrd="5" destOrd="0" presId="urn:microsoft.com/office/officeart/2005/8/layout/bProcess3"/>
    <dgm:cxn modelId="{34B90B80-BFAF-4CCC-94A5-E72232EB8512}" type="presParOf" srcId="{BF7F9223-FD80-4DDE-912D-23D1C48D63D9}" destId="{E2492D20-9E0C-4323-9EC5-B13FA91C39CB}" srcOrd="0" destOrd="0" presId="urn:microsoft.com/office/officeart/2005/8/layout/bProcess3"/>
    <dgm:cxn modelId="{C628CB5F-841A-4269-B6D3-BBDC731AE158}" type="presParOf" srcId="{4EF6F1DD-A8FF-4B47-9C80-1A1E0F38EAAC}" destId="{8233C9C8-B074-42CE-B513-75AE54D7AE63}" srcOrd="6" destOrd="0" presId="urn:microsoft.com/office/officeart/2005/8/layout/bProcess3"/>
    <dgm:cxn modelId="{5B24EC30-DB2D-4F9D-817C-A9B3A394BEB4}" type="presParOf" srcId="{4EF6F1DD-A8FF-4B47-9C80-1A1E0F38EAAC}" destId="{D5149783-F562-41FA-9E94-D0D5A40FEFF8}" srcOrd="7" destOrd="0" presId="urn:microsoft.com/office/officeart/2005/8/layout/bProcess3"/>
    <dgm:cxn modelId="{C972B3DD-4AEB-43F1-81DC-814A94091FF1}" type="presParOf" srcId="{D5149783-F562-41FA-9E94-D0D5A40FEFF8}" destId="{6094B1A0-A703-4E14-8B5E-8DECF5022A01}" srcOrd="0" destOrd="0" presId="urn:microsoft.com/office/officeart/2005/8/layout/bProcess3"/>
    <dgm:cxn modelId="{47C8E08C-F5B6-41ED-88A6-382A63A0FBBA}" type="presParOf" srcId="{4EF6F1DD-A8FF-4B47-9C80-1A1E0F38EAAC}" destId="{94C8775C-E9B1-4E4C-A1FA-CE20C508BDCA}" srcOrd="8" destOrd="0" presId="urn:microsoft.com/office/officeart/2005/8/layout/bProcess3"/>
    <dgm:cxn modelId="{33122516-6992-4CB8-9D7A-81D03568ABA3}" type="presParOf" srcId="{4EF6F1DD-A8FF-4B47-9C80-1A1E0F38EAAC}" destId="{02CFBA2F-D491-47EC-8B76-A81519E7231B}" srcOrd="9" destOrd="0" presId="urn:microsoft.com/office/officeart/2005/8/layout/bProcess3"/>
    <dgm:cxn modelId="{BA6D0D70-9B35-47BA-B124-475B53BAE219}" type="presParOf" srcId="{02CFBA2F-D491-47EC-8B76-A81519E7231B}" destId="{6933F51B-7CE2-4FC6-8335-3DA8EDCF00CC}" srcOrd="0" destOrd="0" presId="urn:microsoft.com/office/officeart/2005/8/layout/bProcess3"/>
    <dgm:cxn modelId="{005589BF-D79F-479E-9193-D380631B5E01}" type="presParOf" srcId="{4EF6F1DD-A8FF-4B47-9C80-1A1E0F38EAAC}" destId="{EDF814AB-5137-4CA9-AF99-20CC4CF5EB5E}" srcOrd="10" destOrd="0" presId="urn:microsoft.com/office/officeart/2005/8/layout/bProcess3"/>
    <dgm:cxn modelId="{FFA1B804-1D2C-4E88-A804-2C40966A76FC}" type="presParOf" srcId="{4EF6F1DD-A8FF-4B47-9C80-1A1E0F38EAAC}" destId="{4747E661-9AE2-4511-81A3-3F34593914BE}" srcOrd="11" destOrd="0" presId="urn:microsoft.com/office/officeart/2005/8/layout/bProcess3"/>
    <dgm:cxn modelId="{C5BBD567-34B1-464D-9F8C-65D7D5048175}" type="presParOf" srcId="{4747E661-9AE2-4511-81A3-3F34593914BE}" destId="{355F8992-6AF1-47BB-98FF-E25315B5B287}" srcOrd="0" destOrd="0" presId="urn:microsoft.com/office/officeart/2005/8/layout/bProcess3"/>
    <dgm:cxn modelId="{28A5787A-9D16-4149-87FC-600C3A7FBB38}" type="presParOf" srcId="{4EF6F1DD-A8FF-4B47-9C80-1A1E0F38EAAC}" destId="{E82C54CF-F60A-452C-8073-941C15CC17A6}" srcOrd="12" destOrd="0" presId="urn:microsoft.com/office/officeart/2005/8/layout/bProcess3"/>
    <dgm:cxn modelId="{DAD7B06D-2147-4760-8079-B571DF735181}" type="presParOf" srcId="{4EF6F1DD-A8FF-4B47-9C80-1A1E0F38EAAC}" destId="{A98AE8D3-FF02-4453-92AF-EB5D76B72A00}" srcOrd="13" destOrd="0" presId="urn:microsoft.com/office/officeart/2005/8/layout/bProcess3"/>
    <dgm:cxn modelId="{7240DEE3-547F-4F9D-A205-2404C5FE8642}" type="presParOf" srcId="{A98AE8D3-FF02-4453-92AF-EB5D76B72A00}" destId="{BDDEED68-A757-4B12-BF52-EC7EACA8BF7D}" srcOrd="0" destOrd="0" presId="urn:microsoft.com/office/officeart/2005/8/layout/bProcess3"/>
    <dgm:cxn modelId="{A508DDFE-1D5E-4109-AB2E-E86089CD1845}" type="presParOf" srcId="{4EF6F1DD-A8FF-4B47-9C80-1A1E0F38EAAC}" destId="{989C2211-D257-4B28-92FA-E9107AB1C5DE}" srcOrd="14" destOrd="0" presId="urn:microsoft.com/office/officeart/2005/8/layout/bProcess3"/>
    <dgm:cxn modelId="{2130823E-B9CD-4820-A779-3F8EC7A506F3}" type="presParOf" srcId="{4EF6F1DD-A8FF-4B47-9C80-1A1E0F38EAAC}" destId="{43119448-E00C-414B-8159-FC6F87586800}" srcOrd="15" destOrd="0" presId="urn:microsoft.com/office/officeart/2005/8/layout/bProcess3"/>
    <dgm:cxn modelId="{02947E7D-B084-45A1-B020-10E867D841B3}" type="presParOf" srcId="{43119448-E00C-414B-8159-FC6F87586800}" destId="{2960E036-91AD-481E-B3A0-97CF66B6B97D}" srcOrd="0" destOrd="0" presId="urn:microsoft.com/office/officeart/2005/8/layout/bProcess3"/>
    <dgm:cxn modelId="{C6D48580-64D3-4B0F-A17C-8920FDB3E62D}" type="presParOf" srcId="{4EF6F1DD-A8FF-4B47-9C80-1A1E0F38EAAC}" destId="{9DF31D11-F7D9-4FE3-AA3A-9DDC07F14E59}" srcOrd="1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AF120-AA30-4739-822F-BFCA7578A9A4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BCC74F9-0624-4731-8464-0C76749F98D1}">
      <dgm:prSet phldrT="[Text]"/>
      <dgm:spPr/>
      <dgm:t>
        <a:bodyPr/>
        <a:lstStyle/>
        <a:p>
          <a:r>
            <a:rPr lang="en-US" dirty="0" err="1"/>
            <a:t>Metodologi</a:t>
          </a:r>
          <a:r>
            <a:rPr lang="en-US" dirty="0"/>
            <a:t> </a:t>
          </a:r>
          <a:r>
            <a:rPr lang="en-US" dirty="0" err="1"/>
            <a:t>membuat</a:t>
          </a:r>
          <a:r>
            <a:rPr lang="en-US" dirty="0"/>
            <a:t> </a:t>
          </a:r>
          <a:r>
            <a:rPr lang="en-US" dirty="0" err="1"/>
            <a:t>kita</a:t>
          </a:r>
          <a:r>
            <a:rPr lang="en-US" dirty="0"/>
            <a:t>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paham</a:t>
          </a:r>
          <a:r>
            <a:rPr lang="en-US" dirty="0"/>
            <a:t>,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bertanggungjawab</a:t>
          </a:r>
          <a:r>
            <a:rPr lang="en-US" dirty="0"/>
            <a:t>, </a:t>
          </a:r>
          <a:r>
            <a:rPr lang="en-US" dirty="0" err="1"/>
            <a:t>lebih</a:t>
          </a:r>
          <a:r>
            <a:rPr lang="en-US" dirty="0"/>
            <a:t> comfortable, dan </a:t>
          </a:r>
          <a:r>
            <a:rPr lang="en-US" dirty="0" err="1"/>
            <a:t>lebih</a:t>
          </a:r>
          <a:r>
            <a:rPr lang="en-US" dirty="0"/>
            <a:t> responsible</a:t>
          </a:r>
        </a:p>
      </dgm:t>
    </dgm:pt>
    <dgm:pt modelId="{063AAC18-3D11-4186-B40E-C0A987D968C0}" type="parTrans" cxnId="{0E91A9AE-1EE7-4419-8347-B48C6C1EC56F}">
      <dgm:prSet/>
      <dgm:spPr/>
      <dgm:t>
        <a:bodyPr/>
        <a:lstStyle/>
        <a:p>
          <a:endParaRPr lang="en-US"/>
        </a:p>
      </dgm:t>
    </dgm:pt>
    <dgm:pt modelId="{F7E5110E-CF69-4FFF-92A6-4F9908BA5529}" type="sibTrans" cxnId="{0E91A9AE-1EE7-4419-8347-B48C6C1EC56F}">
      <dgm:prSet/>
      <dgm:spPr/>
      <dgm:t>
        <a:bodyPr/>
        <a:lstStyle/>
        <a:p>
          <a:endParaRPr lang="en-US"/>
        </a:p>
      </dgm:t>
    </dgm:pt>
    <dgm:pt modelId="{C21EB638-6347-42CA-8246-270F823E9D96}">
      <dgm:prSet phldrT="[Text]"/>
      <dgm:spPr/>
      <dgm:t>
        <a:bodyPr/>
        <a:lstStyle/>
        <a:p>
          <a:r>
            <a:rPr lang="en-US" dirty="0" err="1"/>
            <a:t>Metodologi</a:t>
          </a:r>
          <a:r>
            <a:rPr lang="en-US" dirty="0"/>
            <a:t> </a:t>
          </a:r>
          <a:r>
            <a:rPr lang="en-US" dirty="0" err="1"/>
            <a:t>membuat</a:t>
          </a:r>
          <a:r>
            <a:rPr lang="en-US" dirty="0"/>
            <a:t> </a:t>
          </a:r>
          <a:r>
            <a:rPr lang="en-US" dirty="0" err="1"/>
            <a:t>kita</a:t>
          </a:r>
          <a:r>
            <a:rPr lang="en-US" dirty="0"/>
            <a:t>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knowladgetable</a:t>
          </a:r>
          <a:r>
            <a:rPr lang="en-US" dirty="0"/>
            <a:t> (</a:t>
          </a:r>
          <a:r>
            <a:rPr lang="en-US" dirty="0" err="1"/>
            <a:t>berpengetahuan</a:t>
          </a:r>
          <a:r>
            <a:rPr lang="en-US" dirty="0"/>
            <a:t>) dan </a:t>
          </a:r>
          <a:r>
            <a:rPr lang="en-US" dirty="0" err="1"/>
            <a:t>lebih</a:t>
          </a:r>
          <a:r>
            <a:rPr lang="en-US" dirty="0"/>
            <a:t> </a:t>
          </a:r>
          <a:r>
            <a:rPr lang="en-US" dirty="0" err="1"/>
            <a:t>berguna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beragumen</a:t>
          </a:r>
          <a:r>
            <a:rPr lang="en-US" dirty="0"/>
            <a:t>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selalu</a:t>
          </a:r>
          <a:r>
            <a:rPr lang="en-US" dirty="0"/>
            <a:t> </a:t>
          </a:r>
          <a:r>
            <a:rPr lang="en-US" dirty="0" err="1"/>
            <a:t>berdasarkan</a:t>
          </a:r>
          <a:r>
            <a:rPr lang="en-US" dirty="0"/>
            <a:t> </a:t>
          </a:r>
          <a:r>
            <a:rPr lang="en-US" dirty="0" err="1"/>
            <a:t>fakta</a:t>
          </a:r>
          <a:endParaRPr lang="en-US" dirty="0"/>
        </a:p>
      </dgm:t>
    </dgm:pt>
    <dgm:pt modelId="{ED8BC2E1-0462-4423-B681-08786030D43D}" type="parTrans" cxnId="{553D8A44-8963-479A-9BA9-587F429F1BF2}">
      <dgm:prSet/>
      <dgm:spPr/>
      <dgm:t>
        <a:bodyPr/>
        <a:lstStyle/>
        <a:p>
          <a:endParaRPr lang="en-US"/>
        </a:p>
      </dgm:t>
    </dgm:pt>
    <dgm:pt modelId="{5C104D52-F3CD-414B-84EF-7E7783220D40}" type="sibTrans" cxnId="{553D8A44-8963-479A-9BA9-587F429F1BF2}">
      <dgm:prSet/>
      <dgm:spPr/>
      <dgm:t>
        <a:bodyPr/>
        <a:lstStyle/>
        <a:p>
          <a:endParaRPr lang="en-US"/>
        </a:p>
      </dgm:t>
    </dgm:pt>
    <dgm:pt modelId="{75E2E087-C7A7-433E-A25F-9D1C440FF5DF}">
      <dgm:prSet phldrT="[Text]"/>
      <dgm:spPr/>
      <dgm:t>
        <a:bodyPr/>
        <a:lstStyle/>
        <a:p>
          <a:r>
            <a:rPr lang="sv-SE" dirty="0"/>
            <a:t>Dengan menggunakan metodologi kita bisa memaparkan lebih banyak lagi gambaran berupa saran, ide maupun masukan-masukan yang dapat dipertanggungjawabkan</a:t>
          </a:r>
          <a:endParaRPr lang="en-US" dirty="0"/>
        </a:p>
      </dgm:t>
    </dgm:pt>
    <dgm:pt modelId="{9CA1C0AD-5DF8-44C5-AA88-E1EE6F50EC46}" type="parTrans" cxnId="{A6336FAE-ADCF-4D6F-ABEA-C1EBBFD47349}">
      <dgm:prSet/>
      <dgm:spPr/>
      <dgm:t>
        <a:bodyPr/>
        <a:lstStyle/>
        <a:p>
          <a:endParaRPr lang="en-US"/>
        </a:p>
      </dgm:t>
    </dgm:pt>
    <dgm:pt modelId="{ED391C57-226A-4F9E-80DB-4CDB016B5C3E}" type="sibTrans" cxnId="{A6336FAE-ADCF-4D6F-ABEA-C1EBBFD47349}">
      <dgm:prSet/>
      <dgm:spPr/>
      <dgm:t>
        <a:bodyPr/>
        <a:lstStyle/>
        <a:p>
          <a:endParaRPr lang="en-US"/>
        </a:p>
      </dgm:t>
    </dgm:pt>
    <dgm:pt modelId="{C45FC2B2-BB57-4E8A-9244-D1342CF45528}" type="pres">
      <dgm:prSet presAssocID="{7FFAF120-AA30-4739-822F-BFCA7578A9A4}" presName="Name0" presStyleCnt="0">
        <dgm:presLayoutVars>
          <dgm:chMax val="7"/>
          <dgm:chPref val="7"/>
          <dgm:dir/>
        </dgm:presLayoutVars>
      </dgm:prSet>
      <dgm:spPr/>
    </dgm:pt>
    <dgm:pt modelId="{9A2552FB-A1A9-40B3-BBE0-975041D9A030}" type="pres">
      <dgm:prSet presAssocID="{7FFAF120-AA30-4739-822F-BFCA7578A9A4}" presName="Name1" presStyleCnt="0"/>
      <dgm:spPr/>
    </dgm:pt>
    <dgm:pt modelId="{0C0F0405-68E2-4631-8EF9-E0057FA554A4}" type="pres">
      <dgm:prSet presAssocID="{7FFAF120-AA30-4739-822F-BFCA7578A9A4}" presName="cycle" presStyleCnt="0"/>
      <dgm:spPr/>
    </dgm:pt>
    <dgm:pt modelId="{323314F3-DD88-40A8-A4FF-507E6F690376}" type="pres">
      <dgm:prSet presAssocID="{7FFAF120-AA30-4739-822F-BFCA7578A9A4}" presName="srcNode" presStyleLbl="node1" presStyleIdx="0" presStyleCnt="3"/>
      <dgm:spPr/>
    </dgm:pt>
    <dgm:pt modelId="{6B959B7E-904C-4B63-96CA-417AAE6659B5}" type="pres">
      <dgm:prSet presAssocID="{7FFAF120-AA30-4739-822F-BFCA7578A9A4}" presName="conn" presStyleLbl="parChTrans1D2" presStyleIdx="0" presStyleCnt="1"/>
      <dgm:spPr/>
    </dgm:pt>
    <dgm:pt modelId="{6B3015A1-FA62-495D-AA82-2D5FC47600A5}" type="pres">
      <dgm:prSet presAssocID="{7FFAF120-AA30-4739-822F-BFCA7578A9A4}" presName="extraNode" presStyleLbl="node1" presStyleIdx="0" presStyleCnt="3"/>
      <dgm:spPr/>
    </dgm:pt>
    <dgm:pt modelId="{1F3B43A1-8CC7-423A-A227-B3F9A50FC474}" type="pres">
      <dgm:prSet presAssocID="{7FFAF120-AA30-4739-822F-BFCA7578A9A4}" presName="dstNode" presStyleLbl="node1" presStyleIdx="0" presStyleCnt="3"/>
      <dgm:spPr/>
    </dgm:pt>
    <dgm:pt modelId="{89CD9CCC-7678-4BF8-BF3D-341A564C7B02}" type="pres">
      <dgm:prSet presAssocID="{9BCC74F9-0624-4731-8464-0C76749F98D1}" presName="text_1" presStyleLbl="node1" presStyleIdx="0" presStyleCnt="3">
        <dgm:presLayoutVars>
          <dgm:bulletEnabled val="1"/>
        </dgm:presLayoutVars>
      </dgm:prSet>
      <dgm:spPr/>
    </dgm:pt>
    <dgm:pt modelId="{EDA17F5E-7881-4EDA-899B-F3A40F312920}" type="pres">
      <dgm:prSet presAssocID="{9BCC74F9-0624-4731-8464-0C76749F98D1}" presName="accent_1" presStyleCnt="0"/>
      <dgm:spPr/>
    </dgm:pt>
    <dgm:pt modelId="{B6A05634-42B7-4AB1-971E-4A19EC4CEB14}" type="pres">
      <dgm:prSet presAssocID="{9BCC74F9-0624-4731-8464-0C76749F98D1}" presName="accentRepeatNode" presStyleLbl="solidFgAcc1" presStyleIdx="0" presStyleCnt="3"/>
      <dgm:spPr/>
    </dgm:pt>
    <dgm:pt modelId="{AE2A126B-EB61-4BAC-976B-DA113AAD49AB}" type="pres">
      <dgm:prSet presAssocID="{C21EB638-6347-42CA-8246-270F823E9D96}" presName="text_2" presStyleLbl="node1" presStyleIdx="1" presStyleCnt="3">
        <dgm:presLayoutVars>
          <dgm:bulletEnabled val="1"/>
        </dgm:presLayoutVars>
      </dgm:prSet>
      <dgm:spPr/>
    </dgm:pt>
    <dgm:pt modelId="{C30D1034-2124-4906-B848-76478EC14A43}" type="pres">
      <dgm:prSet presAssocID="{C21EB638-6347-42CA-8246-270F823E9D96}" presName="accent_2" presStyleCnt="0"/>
      <dgm:spPr/>
    </dgm:pt>
    <dgm:pt modelId="{54626C05-1005-424D-AE3A-EB447EB8182E}" type="pres">
      <dgm:prSet presAssocID="{C21EB638-6347-42CA-8246-270F823E9D96}" presName="accentRepeatNode" presStyleLbl="solidFgAcc1" presStyleIdx="1" presStyleCnt="3"/>
      <dgm:spPr/>
    </dgm:pt>
    <dgm:pt modelId="{A87A9C28-573E-49C7-A878-BC07B881644B}" type="pres">
      <dgm:prSet presAssocID="{75E2E087-C7A7-433E-A25F-9D1C440FF5DF}" presName="text_3" presStyleLbl="node1" presStyleIdx="2" presStyleCnt="3">
        <dgm:presLayoutVars>
          <dgm:bulletEnabled val="1"/>
        </dgm:presLayoutVars>
      </dgm:prSet>
      <dgm:spPr/>
    </dgm:pt>
    <dgm:pt modelId="{85211DCE-4ECF-468C-B0FC-A8EA84B754D3}" type="pres">
      <dgm:prSet presAssocID="{75E2E087-C7A7-433E-A25F-9D1C440FF5DF}" presName="accent_3" presStyleCnt="0"/>
      <dgm:spPr/>
    </dgm:pt>
    <dgm:pt modelId="{2DAAB7FE-2668-41B7-B1B6-F5D67B34911E}" type="pres">
      <dgm:prSet presAssocID="{75E2E087-C7A7-433E-A25F-9D1C440FF5DF}" presName="accentRepeatNode" presStyleLbl="solidFgAcc1" presStyleIdx="2" presStyleCnt="3"/>
      <dgm:spPr/>
    </dgm:pt>
  </dgm:ptLst>
  <dgm:cxnLst>
    <dgm:cxn modelId="{E5DF7511-0135-449A-B04D-4695E45FD00D}" type="presOf" srcId="{C21EB638-6347-42CA-8246-270F823E9D96}" destId="{AE2A126B-EB61-4BAC-976B-DA113AAD49AB}" srcOrd="0" destOrd="0" presId="urn:microsoft.com/office/officeart/2008/layout/VerticalCurvedList"/>
    <dgm:cxn modelId="{57F6A53A-C1DE-483D-B582-0F901406F400}" type="presOf" srcId="{7FFAF120-AA30-4739-822F-BFCA7578A9A4}" destId="{C45FC2B2-BB57-4E8A-9244-D1342CF45528}" srcOrd="0" destOrd="0" presId="urn:microsoft.com/office/officeart/2008/layout/VerticalCurvedList"/>
    <dgm:cxn modelId="{553D8A44-8963-479A-9BA9-587F429F1BF2}" srcId="{7FFAF120-AA30-4739-822F-BFCA7578A9A4}" destId="{C21EB638-6347-42CA-8246-270F823E9D96}" srcOrd="1" destOrd="0" parTransId="{ED8BC2E1-0462-4423-B681-08786030D43D}" sibTransId="{5C104D52-F3CD-414B-84EF-7E7783220D40}"/>
    <dgm:cxn modelId="{7AD82DAA-6C4F-4D77-AB55-674ED8DAA3BB}" type="presOf" srcId="{9BCC74F9-0624-4731-8464-0C76749F98D1}" destId="{89CD9CCC-7678-4BF8-BF3D-341A564C7B02}" srcOrd="0" destOrd="0" presId="urn:microsoft.com/office/officeart/2008/layout/VerticalCurvedList"/>
    <dgm:cxn modelId="{A6336FAE-ADCF-4D6F-ABEA-C1EBBFD47349}" srcId="{7FFAF120-AA30-4739-822F-BFCA7578A9A4}" destId="{75E2E087-C7A7-433E-A25F-9D1C440FF5DF}" srcOrd="2" destOrd="0" parTransId="{9CA1C0AD-5DF8-44C5-AA88-E1EE6F50EC46}" sibTransId="{ED391C57-226A-4F9E-80DB-4CDB016B5C3E}"/>
    <dgm:cxn modelId="{0E91A9AE-1EE7-4419-8347-B48C6C1EC56F}" srcId="{7FFAF120-AA30-4739-822F-BFCA7578A9A4}" destId="{9BCC74F9-0624-4731-8464-0C76749F98D1}" srcOrd="0" destOrd="0" parTransId="{063AAC18-3D11-4186-B40E-C0A987D968C0}" sibTransId="{F7E5110E-CF69-4FFF-92A6-4F9908BA5529}"/>
    <dgm:cxn modelId="{FAC373DA-CB01-440A-9556-3602E544EB8C}" type="presOf" srcId="{F7E5110E-CF69-4FFF-92A6-4F9908BA5529}" destId="{6B959B7E-904C-4B63-96CA-417AAE6659B5}" srcOrd="0" destOrd="0" presId="urn:microsoft.com/office/officeart/2008/layout/VerticalCurvedList"/>
    <dgm:cxn modelId="{E82DE3FA-D390-4189-B056-F4A9FAC63310}" type="presOf" srcId="{75E2E087-C7A7-433E-A25F-9D1C440FF5DF}" destId="{A87A9C28-573E-49C7-A878-BC07B881644B}" srcOrd="0" destOrd="0" presId="urn:microsoft.com/office/officeart/2008/layout/VerticalCurvedList"/>
    <dgm:cxn modelId="{A060ED79-EC50-446D-8F42-DDBD228229F2}" type="presParOf" srcId="{C45FC2B2-BB57-4E8A-9244-D1342CF45528}" destId="{9A2552FB-A1A9-40B3-BBE0-975041D9A030}" srcOrd="0" destOrd="0" presId="urn:microsoft.com/office/officeart/2008/layout/VerticalCurvedList"/>
    <dgm:cxn modelId="{706A2372-D8BA-4038-97DE-112A1D3E702E}" type="presParOf" srcId="{9A2552FB-A1A9-40B3-BBE0-975041D9A030}" destId="{0C0F0405-68E2-4631-8EF9-E0057FA554A4}" srcOrd="0" destOrd="0" presId="urn:microsoft.com/office/officeart/2008/layout/VerticalCurvedList"/>
    <dgm:cxn modelId="{975B196A-A92F-41E6-A619-94188962E5AB}" type="presParOf" srcId="{0C0F0405-68E2-4631-8EF9-E0057FA554A4}" destId="{323314F3-DD88-40A8-A4FF-507E6F690376}" srcOrd="0" destOrd="0" presId="urn:microsoft.com/office/officeart/2008/layout/VerticalCurvedList"/>
    <dgm:cxn modelId="{B8160A60-464A-4CB0-A97D-411C15853FD6}" type="presParOf" srcId="{0C0F0405-68E2-4631-8EF9-E0057FA554A4}" destId="{6B959B7E-904C-4B63-96CA-417AAE6659B5}" srcOrd="1" destOrd="0" presId="urn:microsoft.com/office/officeart/2008/layout/VerticalCurvedList"/>
    <dgm:cxn modelId="{9E43E154-2B14-4B0B-AEFE-367DAA86C0D3}" type="presParOf" srcId="{0C0F0405-68E2-4631-8EF9-E0057FA554A4}" destId="{6B3015A1-FA62-495D-AA82-2D5FC47600A5}" srcOrd="2" destOrd="0" presId="urn:microsoft.com/office/officeart/2008/layout/VerticalCurvedList"/>
    <dgm:cxn modelId="{BC8B6DD4-E508-46C2-A35D-A33CED021895}" type="presParOf" srcId="{0C0F0405-68E2-4631-8EF9-E0057FA554A4}" destId="{1F3B43A1-8CC7-423A-A227-B3F9A50FC474}" srcOrd="3" destOrd="0" presId="urn:microsoft.com/office/officeart/2008/layout/VerticalCurvedList"/>
    <dgm:cxn modelId="{A88C1125-1947-4B78-A695-531D19FB4AD5}" type="presParOf" srcId="{9A2552FB-A1A9-40B3-BBE0-975041D9A030}" destId="{89CD9CCC-7678-4BF8-BF3D-341A564C7B02}" srcOrd="1" destOrd="0" presId="urn:microsoft.com/office/officeart/2008/layout/VerticalCurvedList"/>
    <dgm:cxn modelId="{14110820-9656-40FC-9EA0-B8624BA02DA7}" type="presParOf" srcId="{9A2552FB-A1A9-40B3-BBE0-975041D9A030}" destId="{EDA17F5E-7881-4EDA-899B-F3A40F312920}" srcOrd="2" destOrd="0" presId="urn:microsoft.com/office/officeart/2008/layout/VerticalCurvedList"/>
    <dgm:cxn modelId="{66A6BF5E-6A2C-49EC-B903-4DBB343E6B8D}" type="presParOf" srcId="{EDA17F5E-7881-4EDA-899B-F3A40F312920}" destId="{B6A05634-42B7-4AB1-971E-4A19EC4CEB14}" srcOrd="0" destOrd="0" presId="urn:microsoft.com/office/officeart/2008/layout/VerticalCurvedList"/>
    <dgm:cxn modelId="{99B027F4-E4C6-48D2-82E9-A164EE882BF2}" type="presParOf" srcId="{9A2552FB-A1A9-40B3-BBE0-975041D9A030}" destId="{AE2A126B-EB61-4BAC-976B-DA113AAD49AB}" srcOrd="3" destOrd="0" presId="urn:microsoft.com/office/officeart/2008/layout/VerticalCurvedList"/>
    <dgm:cxn modelId="{DF885891-69A1-485D-80C0-CBBC7272C2BF}" type="presParOf" srcId="{9A2552FB-A1A9-40B3-BBE0-975041D9A030}" destId="{C30D1034-2124-4906-B848-76478EC14A43}" srcOrd="4" destOrd="0" presId="urn:microsoft.com/office/officeart/2008/layout/VerticalCurvedList"/>
    <dgm:cxn modelId="{393A99EC-F3CB-4E4A-B5C6-9B9AFCF5A110}" type="presParOf" srcId="{C30D1034-2124-4906-B848-76478EC14A43}" destId="{54626C05-1005-424D-AE3A-EB447EB8182E}" srcOrd="0" destOrd="0" presId="urn:microsoft.com/office/officeart/2008/layout/VerticalCurvedList"/>
    <dgm:cxn modelId="{BBB383C9-0EB8-42BD-B0AE-05FDC61D5438}" type="presParOf" srcId="{9A2552FB-A1A9-40B3-BBE0-975041D9A030}" destId="{A87A9C28-573E-49C7-A878-BC07B881644B}" srcOrd="5" destOrd="0" presId="urn:microsoft.com/office/officeart/2008/layout/VerticalCurvedList"/>
    <dgm:cxn modelId="{A7E86362-A950-4177-84E6-D112890DA68D}" type="presParOf" srcId="{9A2552FB-A1A9-40B3-BBE0-975041D9A030}" destId="{85211DCE-4ECF-468C-B0FC-A8EA84B754D3}" srcOrd="6" destOrd="0" presId="urn:microsoft.com/office/officeart/2008/layout/VerticalCurvedList"/>
    <dgm:cxn modelId="{804AC762-3CE0-4D8E-ACAE-9D316E6D27DB}" type="presParOf" srcId="{85211DCE-4ECF-468C-B0FC-A8EA84B754D3}" destId="{2DAAB7FE-2668-41B7-B1B6-F5D67B34911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ACF22-49C4-4C2E-B5FB-F2A7204B1CED}">
      <dsp:nvSpPr>
        <dsp:cNvPr id="0" name=""/>
        <dsp:cNvSpPr/>
      </dsp:nvSpPr>
      <dsp:spPr>
        <a:xfrm>
          <a:off x="2843605" y="631156"/>
          <a:ext cx="4878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7886" y="45720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3074587" y="674283"/>
        <a:ext cx="25924" cy="5184"/>
      </dsp:txXfrm>
    </dsp:sp>
    <dsp:sp modelId="{EE0041A9-8DA8-4B87-8926-6C53A90A8B2A}">
      <dsp:nvSpPr>
        <dsp:cNvPr id="0" name=""/>
        <dsp:cNvSpPr/>
      </dsp:nvSpPr>
      <dsp:spPr>
        <a:xfrm>
          <a:off x="591115" y="589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 err="1"/>
            <a:t>Identifikasi</a:t>
          </a:r>
          <a:r>
            <a:rPr lang="en-ID" sz="2100" b="1" kern="1200" dirty="0"/>
            <a:t> </a:t>
          </a:r>
          <a:r>
            <a:rPr lang="en-ID" sz="2100" b="1" kern="1200" dirty="0" err="1"/>
            <a:t>Masalah</a:t>
          </a:r>
          <a:endParaRPr lang="en-ID" sz="2100" b="1" kern="1200" dirty="0"/>
        </a:p>
      </dsp:txBody>
      <dsp:txXfrm>
        <a:off x="591115" y="589"/>
        <a:ext cx="2254290" cy="1352574"/>
      </dsp:txXfrm>
    </dsp:sp>
    <dsp:sp modelId="{B7FD714A-DAD3-4AC8-BE1C-353FEADC1746}">
      <dsp:nvSpPr>
        <dsp:cNvPr id="0" name=""/>
        <dsp:cNvSpPr/>
      </dsp:nvSpPr>
      <dsp:spPr>
        <a:xfrm>
          <a:off x="5616383" y="631156"/>
          <a:ext cx="4878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7886" y="45720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85612"/>
              <a:satOff val="-8314"/>
              <a:lumOff val="700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5847364" y="674283"/>
        <a:ext cx="25924" cy="5184"/>
      </dsp:txXfrm>
    </dsp:sp>
    <dsp:sp modelId="{340BC3CD-4428-4A78-9A7B-8EDDBCEC9D8D}">
      <dsp:nvSpPr>
        <dsp:cNvPr id="0" name=""/>
        <dsp:cNvSpPr/>
      </dsp:nvSpPr>
      <dsp:spPr>
        <a:xfrm>
          <a:off x="3363892" y="589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/>
            <a:t>Studi </a:t>
          </a:r>
          <a:r>
            <a:rPr lang="en-ID" sz="2100" b="1" kern="1200" dirty="0" err="1"/>
            <a:t>Literatur</a:t>
          </a:r>
          <a:endParaRPr lang="en-ID" sz="2100" b="1" kern="1200" dirty="0"/>
        </a:p>
      </dsp:txBody>
      <dsp:txXfrm>
        <a:off x="3363892" y="589"/>
        <a:ext cx="2254290" cy="1352574"/>
      </dsp:txXfrm>
    </dsp:sp>
    <dsp:sp modelId="{BF7F9223-FD80-4DDE-912D-23D1C48D63D9}">
      <dsp:nvSpPr>
        <dsp:cNvPr id="0" name=""/>
        <dsp:cNvSpPr/>
      </dsp:nvSpPr>
      <dsp:spPr>
        <a:xfrm>
          <a:off x="1718260" y="1351363"/>
          <a:ext cx="5545554" cy="487886"/>
        </a:xfrm>
        <a:custGeom>
          <a:avLst/>
          <a:gdLst/>
          <a:ahLst/>
          <a:cxnLst/>
          <a:rect l="0" t="0" r="0" b="0"/>
          <a:pathLst>
            <a:path>
              <a:moveTo>
                <a:pt x="5545554" y="0"/>
              </a:moveTo>
              <a:lnTo>
                <a:pt x="5545554" y="261043"/>
              </a:lnTo>
              <a:lnTo>
                <a:pt x="0" y="261043"/>
              </a:lnTo>
              <a:lnTo>
                <a:pt x="0" y="487886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171223"/>
              <a:satOff val="-16629"/>
              <a:lumOff val="140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4351794" y="1592714"/>
        <a:ext cx="278487" cy="5184"/>
      </dsp:txXfrm>
    </dsp:sp>
    <dsp:sp modelId="{C4FA505A-F6C0-4C99-B3BB-04C4E8F28D7D}">
      <dsp:nvSpPr>
        <dsp:cNvPr id="0" name=""/>
        <dsp:cNvSpPr/>
      </dsp:nvSpPr>
      <dsp:spPr>
        <a:xfrm>
          <a:off x="6136670" y="589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 err="1"/>
            <a:t>Rumusan</a:t>
          </a:r>
          <a:r>
            <a:rPr lang="en-ID" sz="2100" b="1" kern="1200" dirty="0"/>
            <a:t> </a:t>
          </a:r>
          <a:r>
            <a:rPr lang="en-ID" sz="2100" b="1" kern="1200" dirty="0" err="1"/>
            <a:t>Masalah</a:t>
          </a:r>
          <a:endParaRPr lang="en-ID" sz="2100" b="1" kern="1200" dirty="0"/>
        </a:p>
      </dsp:txBody>
      <dsp:txXfrm>
        <a:off x="6136670" y="589"/>
        <a:ext cx="2254290" cy="1352574"/>
      </dsp:txXfrm>
    </dsp:sp>
    <dsp:sp modelId="{D5149783-F562-41FA-9E94-D0D5A40FEFF8}">
      <dsp:nvSpPr>
        <dsp:cNvPr id="0" name=""/>
        <dsp:cNvSpPr/>
      </dsp:nvSpPr>
      <dsp:spPr>
        <a:xfrm>
          <a:off x="2843605" y="2502217"/>
          <a:ext cx="4878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7886" y="45720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256835"/>
              <a:satOff val="-24943"/>
              <a:lumOff val="2100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3074587" y="2545345"/>
        <a:ext cx="25924" cy="5184"/>
      </dsp:txXfrm>
    </dsp:sp>
    <dsp:sp modelId="{8233C9C8-B074-42CE-B513-75AE54D7AE63}">
      <dsp:nvSpPr>
        <dsp:cNvPr id="0" name=""/>
        <dsp:cNvSpPr/>
      </dsp:nvSpPr>
      <dsp:spPr>
        <a:xfrm>
          <a:off x="591115" y="1871650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 err="1"/>
            <a:t>Menentukan</a:t>
          </a:r>
          <a:r>
            <a:rPr lang="en-ID" sz="2100" b="1" kern="1200" dirty="0"/>
            <a:t> Tujuan</a:t>
          </a:r>
        </a:p>
      </dsp:txBody>
      <dsp:txXfrm>
        <a:off x="591115" y="1871650"/>
        <a:ext cx="2254290" cy="1352574"/>
      </dsp:txXfrm>
    </dsp:sp>
    <dsp:sp modelId="{02CFBA2F-D491-47EC-8B76-A81519E7231B}">
      <dsp:nvSpPr>
        <dsp:cNvPr id="0" name=""/>
        <dsp:cNvSpPr/>
      </dsp:nvSpPr>
      <dsp:spPr>
        <a:xfrm>
          <a:off x="5616383" y="2502217"/>
          <a:ext cx="4878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7886" y="45720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342447"/>
              <a:satOff val="-33258"/>
              <a:lumOff val="2801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5847364" y="2545345"/>
        <a:ext cx="25924" cy="5184"/>
      </dsp:txXfrm>
    </dsp:sp>
    <dsp:sp modelId="{94C8775C-E9B1-4E4C-A1FA-CE20C508BDCA}">
      <dsp:nvSpPr>
        <dsp:cNvPr id="0" name=""/>
        <dsp:cNvSpPr/>
      </dsp:nvSpPr>
      <dsp:spPr>
        <a:xfrm>
          <a:off x="3363892" y="1871650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/>
            <a:t>Menyusun Metode</a:t>
          </a:r>
        </a:p>
      </dsp:txBody>
      <dsp:txXfrm>
        <a:off x="3363892" y="1871650"/>
        <a:ext cx="2254290" cy="1352574"/>
      </dsp:txXfrm>
    </dsp:sp>
    <dsp:sp modelId="{4747E661-9AE2-4511-81A3-3F34593914BE}">
      <dsp:nvSpPr>
        <dsp:cNvPr id="0" name=""/>
        <dsp:cNvSpPr/>
      </dsp:nvSpPr>
      <dsp:spPr>
        <a:xfrm>
          <a:off x="1718260" y="3222424"/>
          <a:ext cx="5545554" cy="487886"/>
        </a:xfrm>
        <a:custGeom>
          <a:avLst/>
          <a:gdLst/>
          <a:ahLst/>
          <a:cxnLst/>
          <a:rect l="0" t="0" r="0" b="0"/>
          <a:pathLst>
            <a:path>
              <a:moveTo>
                <a:pt x="5545554" y="0"/>
              </a:moveTo>
              <a:lnTo>
                <a:pt x="5545554" y="261043"/>
              </a:lnTo>
              <a:lnTo>
                <a:pt x="0" y="261043"/>
              </a:lnTo>
              <a:lnTo>
                <a:pt x="0" y="487886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428059"/>
              <a:satOff val="-41572"/>
              <a:lumOff val="350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4351794" y="3463775"/>
        <a:ext cx="278487" cy="5184"/>
      </dsp:txXfrm>
    </dsp:sp>
    <dsp:sp modelId="{EDF814AB-5137-4CA9-AF99-20CC4CF5EB5E}">
      <dsp:nvSpPr>
        <dsp:cNvPr id="0" name=""/>
        <dsp:cNvSpPr/>
      </dsp:nvSpPr>
      <dsp:spPr>
        <a:xfrm>
          <a:off x="6136670" y="1871650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 err="1"/>
            <a:t>Mengumpulkan</a:t>
          </a:r>
          <a:r>
            <a:rPr lang="en-ID" sz="2100" b="1" kern="1200" dirty="0"/>
            <a:t> Data</a:t>
          </a:r>
        </a:p>
      </dsp:txBody>
      <dsp:txXfrm>
        <a:off x="6136670" y="1871650"/>
        <a:ext cx="2254290" cy="1352574"/>
      </dsp:txXfrm>
    </dsp:sp>
    <dsp:sp modelId="{A98AE8D3-FF02-4453-92AF-EB5D76B72A00}">
      <dsp:nvSpPr>
        <dsp:cNvPr id="0" name=""/>
        <dsp:cNvSpPr/>
      </dsp:nvSpPr>
      <dsp:spPr>
        <a:xfrm>
          <a:off x="2843605" y="4373278"/>
          <a:ext cx="4878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7886" y="45720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513670"/>
              <a:satOff val="-49887"/>
              <a:lumOff val="4201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3074587" y="4416406"/>
        <a:ext cx="25924" cy="5184"/>
      </dsp:txXfrm>
    </dsp:sp>
    <dsp:sp modelId="{E82C54CF-F60A-452C-8073-941C15CC17A6}">
      <dsp:nvSpPr>
        <dsp:cNvPr id="0" name=""/>
        <dsp:cNvSpPr/>
      </dsp:nvSpPr>
      <dsp:spPr>
        <a:xfrm>
          <a:off x="591115" y="3742711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 err="1"/>
            <a:t>Analisis</a:t>
          </a:r>
          <a:r>
            <a:rPr lang="en-ID" sz="2100" b="1" kern="1200" dirty="0"/>
            <a:t> Data</a:t>
          </a:r>
        </a:p>
      </dsp:txBody>
      <dsp:txXfrm>
        <a:off x="591115" y="3742711"/>
        <a:ext cx="2254290" cy="1352574"/>
      </dsp:txXfrm>
    </dsp:sp>
    <dsp:sp modelId="{43119448-E00C-414B-8159-FC6F87586800}">
      <dsp:nvSpPr>
        <dsp:cNvPr id="0" name=""/>
        <dsp:cNvSpPr/>
      </dsp:nvSpPr>
      <dsp:spPr>
        <a:xfrm>
          <a:off x="5616383" y="4373278"/>
          <a:ext cx="4878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7886" y="45720"/>
              </a:lnTo>
            </a:path>
          </a:pathLst>
        </a:custGeom>
        <a:noFill/>
        <a:ln w="12700" cap="flat" cmpd="sng" algn="ctr">
          <a:solidFill>
            <a:schemeClr val="accent1">
              <a:shade val="90000"/>
              <a:hueOff val="599282"/>
              <a:satOff val="-58201"/>
              <a:lumOff val="490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b="1" kern="1200" dirty="0">
            <a:solidFill>
              <a:schemeClr val="bg1"/>
            </a:solidFill>
          </a:endParaRPr>
        </a:p>
      </dsp:txBody>
      <dsp:txXfrm>
        <a:off x="5847364" y="4416406"/>
        <a:ext cx="25924" cy="5184"/>
      </dsp:txXfrm>
    </dsp:sp>
    <dsp:sp modelId="{989C2211-D257-4B28-92FA-E9107AB1C5DE}">
      <dsp:nvSpPr>
        <dsp:cNvPr id="0" name=""/>
        <dsp:cNvSpPr/>
      </dsp:nvSpPr>
      <dsp:spPr>
        <a:xfrm>
          <a:off x="3363892" y="3742711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5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35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5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/>
            <a:t>Kesimpulan</a:t>
          </a:r>
        </a:p>
      </dsp:txBody>
      <dsp:txXfrm>
        <a:off x="3363892" y="3742711"/>
        <a:ext cx="2254290" cy="1352574"/>
      </dsp:txXfrm>
    </dsp:sp>
    <dsp:sp modelId="{9DF31D11-F7D9-4FE3-AA3A-9DDC07F14E59}">
      <dsp:nvSpPr>
        <dsp:cNvPr id="0" name=""/>
        <dsp:cNvSpPr/>
      </dsp:nvSpPr>
      <dsp:spPr>
        <a:xfrm>
          <a:off x="6136670" y="3742711"/>
          <a:ext cx="2254290" cy="1352574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kern="1200" dirty="0" err="1"/>
            <a:t>Laporan</a:t>
          </a:r>
          <a:r>
            <a:rPr lang="en-ID" sz="2100" b="1" kern="1200" dirty="0"/>
            <a:t> &amp; </a:t>
          </a:r>
          <a:r>
            <a:rPr lang="en-ID" sz="2100" b="1" kern="1200" dirty="0" err="1"/>
            <a:t>Publikasi</a:t>
          </a:r>
          <a:endParaRPr lang="en-ID" sz="2100" b="1" kern="1200" dirty="0"/>
        </a:p>
      </dsp:txBody>
      <dsp:txXfrm>
        <a:off x="6136670" y="3742711"/>
        <a:ext cx="2254290" cy="1352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59B7E-904C-4B63-96CA-417AAE6659B5}">
      <dsp:nvSpPr>
        <dsp:cNvPr id="0" name=""/>
        <dsp:cNvSpPr/>
      </dsp:nvSpPr>
      <dsp:spPr>
        <a:xfrm>
          <a:off x="-4641033" y="-711507"/>
          <a:ext cx="5528289" cy="5528289"/>
        </a:xfrm>
        <a:prstGeom prst="blockArc">
          <a:avLst>
            <a:gd name="adj1" fmla="val 18900000"/>
            <a:gd name="adj2" fmla="val 2700000"/>
            <a:gd name="adj3" fmla="val 391"/>
          </a:avLst>
        </a:pr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D9CCC-7678-4BF8-BF3D-341A564C7B02}">
      <dsp:nvSpPr>
        <dsp:cNvPr id="0" name=""/>
        <dsp:cNvSpPr/>
      </dsp:nvSpPr>
      <dsp:spPr>
        <a:xfrm>
          <a:off x="570626" y="410527"/>
          <a:ext cx="10041535" cy="82105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712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Metodologi</a:t>
          </a:r>
          <a:r>
            <a:rPr lang="en-US" sz="2000" kern="1200" dirty="0"/>
            <a:t> </a:t>
          </a:r>
          <a:r>
            <a:rPr lang="en-US" sz="2000" kern="1200" dirty="0" err="1"/>
            <a:t>membuat</a:t>
          </a:r>
          <a:r>
            <a:rPr lang="en-US" sz="2000" kern="1200" dirty="0"/>
            <a:t> </a:t>
          </a:r>
          <a:r>
            <a:rPr lang="en-US" sz="2000" kern="1200" dirty="0" err="1"/>
            <a:t>kita</a:t>
          </a:r>
          <a:r>
            <a:rPr lang="en-US" sz="2000" kern="1200" dirty="0"/>
            <a:t> </a:t>
          </a:r>
          <a:r>
            <a:rPr lang="en-US" sz="2000" kern="1200" dirty="0" err="1"/>
            <a:t>lebih</a:t>
          </a:r>
          <a:r>
            <a:rPr lang="en-US" sz="2000" kern="1200" dirty="0"/>
            <a:t> </a:t>
          </a:r>
          <a:r>
            <a:rPr lang="en-US" sz="2000" kern="1200" dirty="0" err="1"/>
            <a:t>paham</a:t>
          </a:r>
          <a:r>
            <a:rPr lang="en-US" sz="2000" kern="1200" dirty="0"/>
            <a:t>, </a:t>
          </a:r>
          <a:r>
            <a:rPr lang="en-US" sz="2000" kern="1200" dirty="0" err="1"/>
            <a:t>lebih</a:t>
          </a:r>
          <a:r>
            <a:rPr lang="en-US" sz="2000" kern="1200" dirty="0"/>
            <a:t> </a:t>
          </a:r>
          <a:r>
            <a:rPr lang="en-US" sz="2000" kern="1200" dirty="0" err="1"/>
            <a:t>bertanggungjawab</a:t>
          </a:r>
          <a:r>
            <a:rPr lang="en-US" sz="2000" kern="1200" dirty="0"/>
            <a:t>, </a:t>
          </a:r>
          <a:r>
            <a:rPr lang="en-US" sz="2000" kern="1200" dirty="0" err="1"/>
            <a:t>lebih</a:t>
          </a:r>
          <a:r>
            <a:rPr lang="en-US" sz="2000" kern="1200" dirty="0"/>
            <a:t> comfortable, dan </a:t>
          </a:r>
          <a:r>
            <a:rPr lang="en-US" sz="2000" kern="1200" dirty="0" err="1"/>
            <a:t>lebih</a:t>
          </a:r>
          <a:r>
            <a:rPr lang="en-US" sz="2000" kern="1200" dirty="0"/>
            <a:t> responsible</a:t>
          </a:r>
        </a:p>
      </dsp:txBody>
      <dsp:txXfrm>
        <a:off x="570626" y="410527"/>
        <a:ext cx="10041535" cy="821055"/>
      </dsp:txXfrm>
    </dsp:sp>
    <dsp:sp modelId="{B6A05634-42B7-4AB1-971E-4A19EC4CEB14}">
      <dsp:nvSpPr>
        <dsp:cNvPr id="0" name=""/>
        <dsp:cNvSpPr/>
      </dsp:nvSpPr>
      <dsp:spPr>
        <a:xfrm>
          <a:off x="57467" y="307895"/>
          <a:ext cx="1026318" cy="10263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A126B-EB61-4BAC-976B-DA113AAD49AB}">
      <dsp:nvSpPr>
        <dsp:cNvPr id="0" name=""/>
        <dsp:cNvSpPr/>
      </dsp:nvSpPr>
      <dsp:spPr>
        <a:xfrm>
          <a:off x="869079" y="1642109"/>
          <a:ext cx="9743081" cy="821055"/>
        </a:xfrm>
        <a:prstGeom prst="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712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Metodologi</a:t>
          </a:r>
          <a:r>
            <a:rPr lang="en-US" sz="2000" kern="1200" dirty="0"/>
            <a:t> </a:t>
          </a:r>
          <a:r>
            <a:rPr lang="en-US" sz="2000" kern="1200" dirty="0" err="1"/>
            <a:t>membuat</a:t>
          </a:r>
          <a:r>
            <a:rPr lang="en-US" sz="2000" kern="1200" dirty="0"/>
            <a:t> </a:t>
          </a:r>
          <a:r>
            <a:rPr lang="en-US" sz="2000" kern="1200" dirty="0" err="1"/>
            <a:t>kita</a:t>
          </a:r>
          <a:r>
            <a:rPr lang="en-US" sz="2000" kern="1200" dirty="0"/>
            <a:t> </a:t>
          </a:r>
          <a:r>
            <a:rPr lang="en-US" sz="2000" kern="1200" dirty="0" err="1"/>
            <a:t>lebih</a:t>
          </a:r>
          <a:r>
            <a:rPr lang="en-US" sz="2000" kern="1200" dirty="0"/>
            <a:t> </a:t>
          </a:r>
          <a:r>
            <a:rPr lang="en-US" sz="2000" kern="1200" dirty="0" err="1"/>
            <a:t>knowladgetable</a:t>
          </a:r>
          <a:r>
            <a:rPr lang="en-US" sz="2000" kern="1200" dirty="0"/>
            <a:t> (</a:t>
          </a:r>
          <a:r>
            <a:rPr lang="en-US" sz="2000" kern="1200" dirty="0" err="1"/>
            <a:t>berpengetahuan</a:t>
          </a:r>
          <a:r>
            <a:rPr lang="en-US" sz="2000" kern="1200" dirty="0"/>
            <a:t>) dan </a:t>
          </a:r>
          <a:r>
            <a:rPr lang="en-US" sz="2000" kern="1200" dirty="0" err="1"/>
            <a:t>lebih</a:t>
          </a:r>
          <a:r>
            <a:rPr lang="en-US" sz="2000" kern="1200" dirty="0"/>
            <a:t> </a:t>
          </a:r>
          <a:r>
            <a:rPr lang="en-US" sz="2000" kern="1200" dirty="0" err="1"/>
            <a:t>berguna</a:t>
          </a:r>
          <a:r>
            <a:rPr lang="en-US" sz="2000" kern="1200" dirty="0"/>
            <a:t> </a:t>
          </a:r>
          <a:r>
            <a:rPr lang="en-US" sz="2000" kern="1200" dirty="0" err="1"/>
            <a:t>dalam</a:t>
          </a:r>
          <a:r>
            <a:rPr lang="en-US" sz="2000" kern="1200" dirty="0"/>
            <a:t> </a:t>
          </a:r>
          <a:r>
            <a:rPr lang="en-US" sz="2000" kern="1200" dirty="0" err="1"/>
            <a:t>beragumen</a:t>
          </a:r>
          <a:r>
            <a:rPr lang="en-US" sz="2000" kern="1200" dirty="0"/>
            <a:t> </a:t>
          </a:r>
          <a:r>
            <a:rPr lang="en-US" sz="2000" kern="1200" dirty="0" err="1"/>
            <a:t>karena</a:t>
          </a:r>
          <a:r>
            <a:rPr lang="en-US" sz="2000" kern="1200" dirty="0"/>
            <a:t> </a:t>
          </a:r>
          <a:r>
            <a:rPr lang="en-US" sz="2000" kern="1200" dirty="0" err="1"/>
            <a:t>selalu</a:t>
          </a:r>
          <a:r>
            <a:rPr lang="en-US" sz="2000" kern="1200" dirty="0"/>
            <a:t> </a:t>
          </a:r>
          <a:r>
            <a:rPr lang="en-US" sz="2000" kern="1200" dirty="0" err="1"/>
            <a:t>berdasarkan</a:t>
          </a:r>
          <a:r>
            <a:rPr lang="en-US" sz="2000" kern="1200" dirty="0"/>
            <a:t> </a:t>
          </a:r>
          <a:r>
            <a:rPr lang="en-US" sz="2000" kern="1200" dirty="0" err="1"/>
            <a:t>fakta</a:t>
          </a:r>
          <a:endParaRPr lang="en-US" sz="2000" kern="1200" dirty="0"/>
        </a:p>
      </dsp:txBody>
      <dsp:txXfrm>
        <a:off x="869079" y="1642109"/>
        <a:ext cx="9743081" cy="821055"/>
      </dsp:txXfrm>
    </dsp:sp>
    <dsp:sp modelId="{54626C05-1005-424D-AE3A-EB447EB8182E}">
      <dsp:nvSpPr>
        <dsp:cNvPr id="0" name=""/>
        <dsp:cNvSpPr/>
      </dsp:nvSpPr>
      <dsp:spPr>
        <a:xfrm>
          <a:off x="355920" y="1539478"/>
          <a:ext cx="1026318" cy="10263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A9C28-573E-49C7-A878-BC07B881644B}">
      <dsp:nvSpPr>
        <dsp:cNvPr id="0" name=""/>
        <dsp:cNvSpPr/>
      </dsp:nvSpPr>
      <dsp:spPr>
        <a:xfrm>
          <a:off x="570626" y="2873692"/>
          <a:ext cx="10041535" cy="821055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712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000" kern="1200" dirty="0"/>
            <a:t>Dengan menggunakan metodologi kita bisa memaparkan lebih banyak lagi gambaran berupa saran, ide maupun masukan-masukan yang dapat dipertanggungjawabkan</a:t>
          </a:r>
          <a:endParaRPr lang="en-US" sz="2000" kern="1200" dirty="0"/>
        </a:p>
      </dsp:txBody>
      <dsp:txXfrm>
        <a:off x="570626" y="2873692"/>
        <a:ext cx="10041535" cy="821055"/>
      </dsp:txXfrm>
    </dsp:sp>
    <dsp:sp modelId="{2DAAB7FE-2668-41B7-B1B6-F5D67B34911E}">
      <dsp:nvSpPr>
        <dsp:cNvPr id="0" name=""/>
        <dsp:cNvSpPr/>
      </dsp:nvSpPr>
      <dsp:spPr>
        <a:xfrm>
          <a:off x="57467" y="2771060"/>
          <a:ext cx="1026318" cy="10263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0CF8-7A56-27A4-19EC-44F4E3863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C5221-FEE0-97B2-55A3-5DB804666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42C6C-6571-E3F4-781B-6D18A63B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D1490-1C02-6FA4-5757-2E6E852D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A425-7F98-FA29-B4D7-469DC2DD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376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99F9-0347-80FE-E4C5-4B05E270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1D8C-CCF5-E187-59F1-668AFF0F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8BA06-819F-71F7-A3ED-05D137E8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6B376-6912-DE9A-FE7D-03EC3D74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1B4CC-4A8E-5BE3-552E-6E45C8DC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323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BFBD-1AD1-BF90-529E-E1B8EA606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E0ECE-4674-B688-9169-C35148407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D6DF-CB1C-429B-788A-F62D7415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7ABFE-AE15-15DE-241D-997C53D7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4666B-52BE-137F-C7A8-77AEC716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757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FF56-E439-F37E-94AD-959556F5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6477-14E7-750F-BC18-CA0CC9EBC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5DC00-320F-563D-C1B9-B71E5E07B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0C61F-A239-98BD-6A59-2B6CF607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724D8-EF23-BDA6-29DC-C48FA29C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38F2-97AB-8BAE-ED8A-6A433848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595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1942-84C8-325A-2394-B352FD3AA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A3887-069A-CC7A-2D1B-4A3529EA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373FC-1F67-E63F-ACE8-E11EAED6C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94A73-B73C-33D2-5962-109DF0576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879E5-5248-6099-170D-CC5C0C5A3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37794-1583-7D39-0556-389A9AC5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1532F-C32B-41B8-649C-F5E20C06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18F-0173-F629-B17B-A96A08DB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671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7AD5-3604-A5D7-0620-24225DE4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E8564-2F86-6F1C-6CEA-CC560DF2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E0B5D-7B3A-F896-F4C2-F1E7BA5D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27E6A-14EB-54A3-9F2A-EFFB85D5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206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4A9C7-E015-61D4-AA09-5DAE061F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47599-561A-1536-C7B7-D4251B4E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3FBB6-BBF2-8F46-A84D-D2BA1CC7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782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CBA0-1EA3-EB13-6022-A5DB4869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15CF6-4661-E3B7-0A97-CD999A8FE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A7373-2915-5E75-8DF1-D943F5A0C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5272F-4BCC-E686-2372-EFFEC174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CE1AF-6D5F-E282-7189-99E87054C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2F830-2C32-BEBE-A02E-1DB794CD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716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DC93-2FE4-6B9E-B2EE-0143D1E1A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60733-751D-A208-EB30-08A102302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25221-FACC-EB30-F239-BA27F0D56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F9358-686A-062B-9F67-E4CF05DF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146A0-3010-B345-6B99-07698836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9D0D1-E0D2-75A2-6239-4DD9B556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847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C795-5D2D-67ED-2538-EF589195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EB089-4463-DAE7-2D6F-8BAED45C1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2AC2A-3AB5-1C02-8927-9802BAB33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BDEFA-F258-AEEA-D9DB-3226AFE3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6E94A-6474-CE36-6031-8E2AAE5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430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97A0B-97B5-806F-2924-8A518CD9F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7DCCD-2072-EF64-E8AC-D156A1405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076E1-3060-48DD-AB31-A268B80D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6A1E6-331E-282E-0B1A-CF5DC404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A785-A2C0-77DD-0BB1-C47503EA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727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2F16C-8B3D-0C6A-BC69-FA8B96E6F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B0EA7-3C1F-80F4-CA8B-6840BC17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110E-2D33-A747-8737-AB1E2CA85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BA13A-7BC1-4CDF-A44A-345A495FC0D8}" type="datetimeFigureOut">
              <a:rPr lang="en-ID" smtClean="0"/>
              <a:t>26/08/2025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CF-0E6F-4844-F082-489614E16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AB434-A905-B4EE-86EC-8DB5ED54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5BE5C-593A-4309-B08E-0325A52FEB3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227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579521"/>
            <a:ext cx="12192000" cy="2278479"/>
          </a:xfrm>
          <a:solidFill>
            <a:srgbClr val="115061"/>
          </a:solidFill>
        </p:spPr>
        <p:txBody>
          <a:bodyPr>
            <a:normAutofit fontScale="77500" lnSpcReduction="20000"/>
          </a:bodyPr>
          <a:lstStyle/>
          <a:p>
            <a:endParaRPr lang="id-ID" sz="2600" b="1" dirty="0"/>
          </a:p>
          <a:p>
            <a:r>
              <a:rPr lang="id-ID" sz="2600" b="1" dirty="0"/>
              <a:t>Dr. ULLA DELFANA ROSIANI, ST., MT. </a:t>
            </a:r>
          </a:p>
          <a:p>
            <a:endParaRPr lang="id-ID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 TEAM </a:t>
            </a:r>
          </a:p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MATA KULIAH </a:t>
            </a:r>
            <a:r>
              <a:rPr lang="id-ID" b="1" dirty="0"/>
              <a:t>METODOLOGI PENELITIAN</a:t>
            </a:r>
            <a:endParaRPr lang="id-ID" sz="1800" b="1" dirty="0"/>
          </a:p>
          <a:p>
            <a:endParaRPr lang="id-ID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d-ID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D4 Teknik Informatika </a:t>
            </a:r>
            <a:br>
              <a:rPr lang="id-ID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id-ID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JTI POLINEMA</a:t>
            </a:r>
            <a:endPara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KONSEP DASAR PENELITIAN</a:t>
            </a:r>
            <a:br>
              <a:rPr lang="id-ID" sz="540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br>
              <a:rPr lang="id-ID" sz="5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r>
              <a:rPr lang="id-ID" sz="3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-</a:t>
            </a:r>
            <a:r>
              <a:rPr lang="id-ID" sz="3200" dirty="0">
                <a:solidFill>
                  <a:schemeClr val="accent1">
                    <a:lumMod val="50000"/>
                  </a:schemeClr>
                </a:solidFill>
              </a:rPr>
              <a:t> Materi Metodologi Penelitian ke 1-</a:t>
            </a:r>
            <a:endParaRPr lang="en-US" sz="54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7038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D711F2-6D2D-47BA-BB28-A70E57B4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7547" cy="854075"/>
          </a:xfrm>
          <a:solidFill>
            <a:srgbClr val="115061"/>
          </a:solidFill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KONTRAK PERKULIAHAN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4E607E2-66F2-90A6-C2AD-0035ECBA4105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5119695" cy="854075"/>
          </a:xfrm>
          <a:prstGeom prst="rect">
            <a:avLst/>
          </a:prstGeom>
          <a:solidFill>
            <a:srgbClr val="11506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bg1"/>
                </a:solidFill>
              </a:rPr>
              <a:t>EVALUASI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A1E22-9E87-4009-3621-0DD8784E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219199"/>
            <a:ext cx="5100917" cy="260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703AA7-15FD-5662-0FDB-150BDCA9C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1219198"/>
            <a:ext cx="5107549" cy="519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5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Pengantar</a:t>
            </a:r>
            <a:r>
              <a:rPr b="1" dirty="0"/>
              <a:t> Mata </a:t>
            </a:r>
            <a:r>
              <a:rPr b="1" dirty="0" err="1"/>
              <a:t>Kuliah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Tujuan: </a:t>
            </a:r>
            <a:r>
              <a:rPr dirty="0" err="1"/>
              <a:t>Membekali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, </a:t>
            </a:r>
            <a:r>
              <a:rPr dirty="0" err="1"/>
              <a:t>merancang</a:t>
            </a:r>
            <a:r>
              <a:rPr dirty="0"/>
              <a:t>, dan </a:t>
            </a:r>
            <a:r>
              <a:rPr dirty="0" err="1"/>
              <a:t>melaksanakan</a:t>
            </a:r>
            <a:r>
              <a:rPr dirty="0"/>
              <a:t> </a:t>
            </a:r>
            <a:r>
              <a:rPr dirty="0" err="1"/>
              <a:t>penelitian</a:t>
            </a:r>
            <a:r>
              <a:rPr dirty="0"/>
              <a:t> </a:t>
            </a:r>
            <a:r>
              <a:rPr dirty="0" err="1"/>
              <a:t>ilmiah</a:t>
            </a:r>
            <a:r>
              <a:rPr dirty="0"/>
              <a:t>.</a:t>
            </a:r>
          </a:p>
          <a:p>
            <a:r>
              <a:rPr dirty="0" err="1"/>
              <a:t>Kompetensi</a:t>
            </a:r>
            <a:r>
              <a:rPr dirty="0"/>
              <a:t>:</a:t>
            </a:r>
          </a:p>
          <a:p>
            <a:pPr lvl="1"/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hakikat</a:t>
            </a:r>
            <a:r>
              <a:rPr dirty="0"/>
              <a:t> </a:t>
            </a:r>
            <a:r>
              <a:rPr dirty="0" err="1"/>
              <a:t>penelitian</a:t>
            </a:r>
            <a:r>
              <a:rPr dirty="0"/>
              <a:t> </a:t>
            </a:r>
            <a:r>
              <a:rPr dirty="0" err="1"/>
              <a:t>ilmiah</a:t>
            </a:r>
            <a:endParaRPr dirty="0"/>
          </a:p>
          <a:p>
            <a:pPr lvl="1"/>
            <a:r>
              <a:rPr dirty="0" err="1"/>
              <a:t>Membedakan</a:t>
            </a:r>
            <a:r>
              <a:rPr dirty="0"/>
              <a:t> </a:t>
            </a:r>
            <a:r>
              <a:rPr dirty="0" err="1"/>
              <a:t>jenis</a:t>
            </a:r>
            <a:r>
              <a:rPr dirty="0"/>
              <a:t> </a:t>
            </a:r>
            <a:r>
              <a:rPr dirty="0" err="1"/>
              <a:t>penelitian</a:t>
            </a:r>
            <a:endParaRPr dirty="0"/>
          </a:p>
          <a:p>
            <a:pPr lvl="1"/>
            <a:r>
              <a:rPr dirty="0" err="1"/>
              <a:t>Merumuskan</a:t>
            </a:r>
            <a:r>
              <a:rPr dirty="0"/>
              <a:t>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penelitian</a:t>
            </a:r>
            <a:endParaRPr dirty="0"/>
          </a:p>
          <a:p>
            <a:pPr lvl="1"/>
            <a:r>
              <a:rPr dirty="0"/>
              <a:t>Menyusun proposal </a:t>
            </a:r>
            <a:r>
              <a:rPr dirty="0" err="1"/>
              <a:t>penelitian</a:t>
            </a:r>
            <a:endParaRPr dirty="0"/>
          </a:p>
          <a:p>
            <a:pPr lvl="1"/>
            <a:r>
              <a:rPr dirty="0" err="1"/>
              <a:t>Mengaplikasikan</a:t>
            </a:r>
            <a:r>
              <a:rPr dirty="0"/>
              <a:t> </a:t>
            </a:r>
            <a:r>
              <a:rPr dirty="0" err="1"/>
              <a:t>metodologi</a:t>
            </a:r>
            <a:r>
              <a:rPr dirty="0"/>
              <a:t> </a:t>
            </a:r>
            <a:r>
              <a:rPr dirty="0" err="1"/>
              <a:t>penelitian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tugas</a:t>
            </a:r>
            <a:r>
              <a:rPr dirty="0"/>
              <a:t> </a:t>
            </a:r>
            <a:r>
              <a:rPr dirty="0" err="1"/>
              <a:t>akhir</a:t>
            </a:r>
            <a:r>
              <a:rPr dirty="0"/>
              <a:t>/</a:t>
            </a:r>
            <a:r>
              <a:rPr dirty="0" err="1"/>
              <a:t>publikasi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Definisi</a:t>
            </a:r>
            <a:r>
              <a:rPr b="1" dirty="0"/>
              <a:t> </a:t>
            </a:r>
            <a:r>
              <a:rPr b="1" dirty="0" err="1"/>
              <a:t>Penelitian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etimologis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berasal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kata </a:t>
            </a:r>
            <a:r>
              <a:rPr lang="en-ID" b="1" dirty="0"/>
              <a:t>research</a:t>
            </a:r>
            <a:r>
              <a:rPr lang="en-ID" dirty="0"/>
              <a:t> (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Inggris</a:t>
            </a:r>
            <a:r>
              <a:rPr lang="en-ID" dirty="0"/>
              <a:t>) yang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b="1" dirty="0">
                <a:solidFill>
                  <a:srgbClr val="C00000"/>
                </a:solidFill>
              </a:rPr>
              <a:t>“</a:t>
            </a:r>
            <a:r>
              <a:rPr lang="en-ID" b="1" dirty="0" err="1">
                <a:solidFill>
                  <a:srgbClr val="C00000"/>
                </a:solidFill>
              </a:rPr>
              <a:t>pencarian</a:t>
            </a:r>
            <a:r>
              <a:rPr lang="en-ID" b="1" dirty="0">
                <a:solidFill>
                  <a:srgbClr val="C00000"/>
                </a:solidFill>
              </a:rPr>
              <a:t> </a:t>
            </a:r>
            <a:r>
              <a:rPr lang="en-ID" b="1" dirty="0" err="1">
                <a:solidFill>
                  <a:srgbClr val="C00000"/>
                </a:solidFill>
              </a:rPr>
              <a:t>kembali</a:t>
            </a:r>
            <a:r>
              <a:rPr lang="en-ID" b="1" dirty="0">
                <a:solidFill>
                  <a:srgbClr val="C00000"/>
                </a:solidFill>
              </a:rPr>
              <a:t>”.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proses yang </a:t>
            </a:r>
            <a:r>
              <a:rPr lang="en-ID" dirty="0" err="1"/>
              <a:t>sistematis</a:t>
            </a:r>
            <a:r>
              <a:rPr lang="en-ID" dirty="0"/>
              <a:t>.</a:t>
            </a:r>
            <a:endParaRPr lang="en-US" dirty="0"/>
          </a:p>
          <a:p>
            <a:r>
              <a:rPr lang="en-ID" b="1" dirty="0" err="1"/>
              <a:t>Beberapa</a:t>
            </a:r>
            <a:r>
              <a:rPr lang="en-ID" b="1" dirty="0"/>
              <a:t> </a:t>
            </a:r>
            <a:r>
              <a:rPr lang="en-ID" b="1" dirty="0" err="1"/>
              <a:t>definisi</a:t>
            </a:r>
            <a:r>
              <a:rPr lang="en-ID" b="1" dirty="0"/>
              <a:t> </a:t>
            </a:r>
            <a:r>
              <a:rPr lang="en-ID" b="1" dirty="0" err="1"/>
              <a:t>menurut</a:t>
            </a:r>
            <a:r>
              <a:rPr lang="en-ID" b="1" dirty="0"/>
              <a:t> </a:t>
            </a:r>
            <a:r>
              <a:rPr lang="en-ID" b="1" dirty="0" err="1"/>
              <a:t>ahli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b="1" dirty="0"/>
              <a:t>Kerlinger (2006):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proses </a:t>
            </a:r>
            <a:r>
              <a:rPr lang="en-ID" dirty="0" err="1"/>
              <a:t>sistematis</a:t>
            </a:r>
            <a:r>
              <a:rPr lang="en-ID" dirty="0"/>
              <a:t> yang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dipercaya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Sugiyono</a:t>
            </a:r>
            <a:r>
              <a:rPr lang="en-ID" b="1" dirty="0"/>
              <a:t> (2019):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data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Polinema</a:t>
            </a:r>
            <a:r>
              <a:rPr lang="en-ID" b="1" dirty="0"/>
              <a:t> (2023):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di </a:t>
            </a:r>
            <a:r>
              <a:rPr lang="en-ID" dirty="0" err="1"/>
              <a:t>bidang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terapan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diuji</a:t>
            </a:r>
            <a:r>
              <a:rPr lang="en-ID" dirty="0"/>
              <a:t> dan </a:t>
            </a:r>
            <a:r>
              <a:rPr lang="en-ID" dirty="0" err="1"/>
              <a:t>dipertanggungjawabkan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b="1" dirty="0"/>
              <a:t>Ciri-</a:t>
            </a:r>
            <a:r>
              <a:rPr lang="en-ID" b="1" dirty="0" err="1"/>
              <a:t>ciri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 </a:t>
            </a:r>
            <a:r>
              <a:rPr lang="en-ID" b="1" dirty="0" err="1"/>
              <a:t>ilmiah</a:t>
            </a:r>
            <a:r>
              <a:rPr lang="en-ID" b="1" dirty="0"/>
              <a:t>:</a:t>
            </a:r>
          </a:p>
          <a:p>
            <a:pPr lvl="1"/>
            <a:r>
              <a:rPr lang="en-ID" b="1" dirty="0" err="1"/>
              <a:t>Objektif</a:t>
            </a:r>
            <a:r>
              <a:rPr lang="en-ID" dirty="0"/>
              <a:t> → </a:t>
            </a:r>
            <a:r>
              <a:rPr lang="en-ID" dirty="0" err="1"/>
              <a:t>berdasarkan</a:t>
            </a:r>
            <a:r>
              <a:rPr lang="en-ID" dirty="0"/>
              <a:t> data,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opini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Sistematis</a:t>
            </a:r>
            <a:r>
              <a:rPr lang="en-ID" dirty="0"/>
              <a:t> →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langkah-langkah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(</a:t>
            </a:r>
            <a:r>
              <a:rPr lang="en-ID" dirty="0" err="1"/>
              <a:t>metodologi</a:t>
            </a:r>
            <a:r>
              <a:rPr lang="en-ID" dirty="0"/>
              <a:t>).</a:t>
            </a:r>
          </a:p>
          <a:p>
            <a:pPr lvl="1"/>
            <a:r>
              <a:rPr lang="en-ID" b="1" dirty="0" err="1"/>
              <a:t>Empiris</a:t>
            </a:r>
            <a:r>
              <a:rPr lang="en-ID" dirty="0"/>
              <a:t> →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fakta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lapangan</a:t>
            </a:r>
            <a:r>
              <a:rPr lang="en-ID" dirty="0"/>
              <a:t>/data </a:t>
            </a:r>
            <a:r>
              <a:rPr lang="en-ID" dirty="0" err="1"/>
              <a:t>nyata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Logis</a:t>
            </a:r>
            <a:r>
              <a:rPr lang="en-ID" dirty="0"/>
              <a:t> →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kaidah</a:t>
            </a:r>
            <a:r>
              <a:rPr lang="en-ID" dirty="0"/>
              <a:t> </a:t>
            </a:r>
            <a:r>
              <a:rPr lang="en-ID" dirty="0" err="1"/>
              <a:t>penalaran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Replikatif</a:t>
            </a:r>
            <a:r>
              <a:rPr lang="en-ID" dirty="0"/>
              <a:t> →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diuji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oleh </a:t>
            </a:r>
            <a:r>
              <a:rPr lang="en-ID" dirty="0" err="1"/>
              <a:t>peneliti</a:t>
            </a:r>
            <a:r>
              <a:rPr lang="en-ID" dirty="0"/>
              <a:t> lain.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Tujuan </a:t>
            </a:r>
            <a:r>
              <a:rPr b="1" dirty="0" err="1"/>
              <a:t>Penelitian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b="1" dirty="0" err="1"/>
              <a:t>Eksploratif</a:t>
            </a:r>
            <a:r>
              <a:rPr b="1" dirty="0"/>
              <a:t> → </a:t>
            </a:r>
            <a:r>
              <a:rPr dirty="0" err="1"/>
              <a:t>mencari</a:t>
            </a:r>
            <a:r>
              <a:rPr dirty="0"/>
              <a:t> </a:t>
            </a:r>
            <a:r>
              <a:rPr dirty="0" err="1"/>
              <a:t>pengetahuan</a:t>
            </a:r>
            <a:r>
              <a:rPr dirty="0"/>
              <a:t> </a:t>
            </a:r>
            <a:r>
              <a:rPr dirty="0" err="1"/>
              <a:t>baru</a:t>
            </a:r>
            <a:endParaRPr dirty="0"/>
          </a:p>
          <a:p>
            <a:r>
              <a:rPr b="1" dirty="0" err="1"/>
              <a:t>Deskriptif</a:t>
            </a:r>
            <a:r>
              <a:rPr b="1" dirty="0"/>
              <a:t> → </a:t>
            </a:r>
            <a:r>
              <a:rPr dirty="0" err="1"/>
              <a:t>menggambarkan</a:t>
            </a:r>
            <a:r>
              <a:rPr dirty="0"/>
              <a:t> </a:t>
            </a:r>
            <a:r>
              <a:rPr dirty="0" err="1"/>
              <a:t>fenomena</a:t>
            </a:r>
            <a:endParaRPr dirty="0"/>
          </a:p>
          <a:p>
            <a:r>
              <a:rPr b="1" dirty="0" err="1"/>
              <a:t>Eksplanatif</a:t>
            </a:r>
            <a:r>
              <a:rPr b="1" dirty="0"/>
              <a:t> → </a:t>
            </a:r>
            <a:r>
              <a:rPr dirty="0" err="1"/>
              <a:t>menjelaskan</a:t>
            </a:r>
            <a:r>
              <a:rPr dirty="0"/>
              <a:t> </a:t>
            </a:r>
            <a:r>
              <a:rPr dirty="0" err="1"/>
              <a:t>hubungan</a:t>
            </a:r>
            <a:r>
              <a:rPr dirty="0"/>
              <a:t> </a:t>
            </a:r>
            <a:r>
              <a:rPr dirty="0" err="1"/>
              <a:t>variabel</a:t>
            </a:r>
            <a:endParaRPr dirty="0"/>
          </a:p>
          <a:p>
            <a:r>
              <a:rPr b="1" dirty="0" err="1"/>
              <a:t>Prediktif</a:t>
            </a:r>
            <a:r>
              <a:rPr b="1" dirty="0"/>
              <a:t> → </a:t>
            </a:r>
            <a:r>
              <a:rPr dirty="0" err="1"/>
              <a:t>meramalkan</a:t>
            </a:r>
            <a:r>
              <a:rPr dirty="0"/>
              <a:t> </a:t>
            </a:r>
            <a:r>
              <a:rPr dirty="0" err="1"/>
              <a:t>kejadian</a:t>
            </a:r>
            <a:endParaRPr dirty="0"/>
          </a:p>
          <a:p>
            <a:r>
              <a:rPr b="1" dirty="0" err="1"/>
              <a:t>Aplikatif</a:t>
            </a:r>
            <a:r>
              <a:rPr b="1" dirty="0"/>
              <a:t> → </a:t>
            </a:r>
            <a:r>
              <a:rPr dirty="0" err="1"/>
              <a:t>mencari</a:t>
            </a:r>
            <a:r>
              <a:rPr dirty="0"/>
              <a:t> </a:t>
            </a:r>
            <a:r>
              <a:rPr dirty="0" err="1"/>
              <a:t>solusi</a:t>
            </a:r>
            <a:r>
              <a:rPr dirty="0"/>
              <a:t> </a:t>
            </a:r>
            <a:r>
              <a:rPr dirty="0" err="1"/>
              <a:t>praktis</a:t>
            </a:r>
            <a:endParaRPr lang="en-US" dirty="0"/>
          </a:p>
          <a:p>
            <a:pPr marL="0" indent="0">
              <a:buNone/>
            </a:pPr>
            <a:endParaRPr lang="en-ID" dirty="0"/>
          </a:p>
          <a:p>
            <a:r>
              <a:rPr lang="en-ID" dirty="0"/>
              <a:t>👉 </a:t>
            </a:r>
            <a:r>
              <a:rPr lang="en-ID" i="1" dirty="0" err="1"/>
              <a:t>Contoh</a:t>
            </a:r>
            <a:r>
              <a:rPr lang="en-ID" i="1" dirty="0"/>
              <a:t> di </a:t>
            </a:r>
            <a:r>
              <a:rPr lang="en-ID" i="1" dirty="0" err="1"/>
              <a:t>bidang</a:t>
            </a:r>
            <a:r>
              <a:rPr lang="en-ID" i="1" dirty="0"/>
              <a:t> </a:t>
            </a:r>
            <a:r>
              <a:rPr lang="en-ID" i="1" dirty="0" err="1"/>
              <a:t>teknik</a:t>
            </a:r>
            <a:r>
              <a:rPr lang="en-ID" i="1" dirty="0"/>
              <a:t> </a:t>
            </a:r>
            <a:r>
              <a:rPr lang="en-ID" i="1" dirty="0" err="1"/>
              <a:t>informatika</a:t>
            </a:r>
            <a:r>
              <a:rPr lang="en-ID" i="1" dirty="0"/>
              <a:t>:</a:t>
            </a:r>
            <a:endParaRPr lang="en-ID" dirty="0"/>
          </a:p>
          <a:p>
            <a:r>
              <a:rPr lang="en-ID" b="1" dirty="0" err="1"/>
              <a:t>Eksploratif</a:t>
            </a:r>
            <a:r>
              <a:rPr lang="en-ID" b="1" dirty="0">
                <a:sym typeface="Wingdings" panose="05000000000000000000" pitchFamily="2" charset="2"/>
              </a:rPr>
              <a:t></a:t>
            </a:r>
            <a:r>
              <a:rPr lang="en-ID" b="1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citra</a:t>
            </a:r>
            <a:r>
              <a:rPr lang="en-ID" dirty="0"/>
              <a:t>.</a:t>
            </a:r>
          </a:p>
          <a:p>
            <a:r>
              <a:rPr lang="en-ID" b="1" dirty="0" err="1"/>
              <a:t>Deskriptif</a:t>
            </a:r>
            <a:r>
              <a:rPr lang="en-ID" b="1" dirty="0">
                <a:sym typeface="Wingdings" panose="05000000000000000000" pitchFamily="2" charset="2"/>
              </a:rPr>
              <a:t>  </a:t>
            </a:r>
            <a:r>
              <a:rPr lang="en-ID" dirty="0" err="1"/>
              <a:t>memetakan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internet </a:t>
            </a:r>
            <a:r>
              <a:rPr lang="en-ID" dirty="0" err="1"/>
              <a:t>mahasiswa</a:t>
            </a:r>
            <a:r>
              <a:rPr lang="en-ID" dirty="0"/>
              <a:t>.</a:t>
            </a:r>
          </a:p>
          <a:p>
            <a:r>
              <a:rPr lang="en-ID" b="1" dirty="0" err="1"/>
              <a:t>Eksplanatif</a:t>
            </a:r>
            <a:r>
              <a:rPr lang="en-ID" b="1" dirty="0">
                <a:sym typeface="Wingdings" panose="05000000000000000000" pitchFamily="2" charset="2"/>
              </a:rPr>
              <a:t> 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jam </a:t>
            </a:r>
            <a:r>
              <a:rPr lang="en-ID" dirty="0" err="1"/>
              <a:t>belajar</a:t>
            </a:r>
            <a:r>
              <a:rPr lang="en-ID" dirty="0"/>
              <a:t> dan </a:t>
            </a:r>
            <a:r>
              <a:rPr lang="en-ID" dirty="0" err="1"/>
              <a:t>prestasi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.</a:t>
            </a:r>
          </a:p>
          <a:p>
            <a:r>
              <a:rPr lang="en-ID" b="1" dirty="0" err="1"/>
              <a:t>Prediktif</a:t>
            </a:r>
            <a:r>
              <a:rPr lang="en-ID" b="1" dirty="0">
                <a:sym typeface="Wingdings" panose="05000000000000000000" pitchFamily="2" charset="2"/>
              </a:rPr>
              <a:t>  </a:t>
            </a:r>
            <a:r>
              <a:rPr lang="en-ID" dirty="0" err="1"/>
              <a:t>meramalkan</a:t>
            </a:r>
            <a:r>
              <a:rPr lang="en-ID" dirty="0"/>
              <a:t> </a:t>
            </a:r>
            <a:r>
              <a:rPr lang="en-ID" dirty="0" err="1"/>
              <a:t>kelulusan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.</a:t>
            </a:r>
          </a:p>
          <a:p>
            <a:r>
              <a:rPr lang="en-ID" b="1" dirty="0" err="1"/>
              <a:t>Aplikatif</a:t>
            </a:r>
            <a:r>
              <a:rPr lang="en-ID" b="1" dirty="0">
                <a:sym typeface="Wingdings" panose="05000000000000000000" pitchFamily="2" charset="2"/>
              </a:rPr>
              <a:t> 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mobile </a:t>
            </a:r>
            <a:r>
              <a:rPr lang="en-ID" dirty="0" err="1"/>
              <a:t>untuk</a:t>
            </a:r>
            <a:r>
              <a:rPr lang="en-ID" dirty="0"/>
              <a:t> monitoring </a:t>
            </a:r>
            <a:r>
              <a:rPr lang="en-ID" dirty="0" err="1"/>
              <a:t>kesehatan</a:t>
            </a:r>
            <a:r>
              <a:rPr lang="en-ID" dirty="0"/>
              <a:t> ikan </a:t>
            </a:r>
            <a:r>
              <a:rPr lang="en-ID" dirty="0" err="1"/>
              <a:t>lele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Jenis-Jenis </a:t>
            </a:r>
            <a:r>
              <a:rPr b="1" dirty="0" err="1"/>
              <a:t>Penelitian</a:t>
            </a:r>
            <a:endParaRPr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9DF243-BC97-178D-2909-05699BB03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97995"/>
              </p:ext>
            </p:extLst>
          </p:nvPr>
        </p:nvGraphicFramePr>
        <p:xfrm>
          <a:off x="927100" y="1690688"/>
          <a:ext cx="10426701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875">
                  <a:extLst>
                    <a:ext uri="{9D8B030D-6E8A-4147-A177-3AD203B41FA5}">
                      <a16:colId xmlns:a16="http://schemas.microsoft.com/office/drawing/2014/main" val="2220189053"/>
                    </a:ext>
                  </a:extLst>
                </a:gridCol>
                <a:gridCol w="3506259">
                  <a:extLst>
                    <a:ext uri="{9D8B030D-6E8A-4147-A177-3AD203B41FA5}">
                      <a16:colId xmlns:a16="http://schemas.microsoft.com/office/drawing/2014/main" val="3182776252"/>
                    </a:ext>
                  </a:extLst>
                </a:gridCol>
                <a:gridCol w="3475567">
                  <a:extLst>
                    <a:ext uri="{9D8B030D-6E8A-4147-A177-3AD203B41FA5}">
                      <a16:colId xmlns:a16="http://schemas.microsoft.com/office/drawing/2014/main" val="3238503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sz="2000" b="1" dirty="0" err="1"/>
                        <a:t>Berdasarkan</a:t>
                      </a:r>
                      <a:r>
                        <a:rPr lang="en-ID" sz="2000" b="1" dirty="0"/>
                        <a:t> Tujuan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2000" b="1" dirty="0" err="1"/>
                        <a:t>Berdasarkan</a:t>
                      </a:r>
                      <a:r>
                        <a:rPr lang="en-ID" sz="2000" b="1" dirty="0"/>
                        <a:t> </a:t>
                      </a:r>
                      <a:r>
                        <a:rPr lang="en-ID" sz="2000" b="1" dirty="0" err="1"/>
                        <a:t>Pendekatan</a:t>
                      </a:r>
                      <a:r>
                        <a:rPr lang="en-ID" sz="2000" b="1" dirty="0"/>
                        <a:t>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2000" b="1" dirty="0" err="1"/>
                        <a:t>Berdasarkan</a:t>
                      </a:r>
                      <a:r>
                        <a:rPr lang="en-ID" sz="2000" b="1" dirty="0"/>
                        <a:t> Sifat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607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D" sz="2000" u="sng" dirty="0"/>
                        <a:t>Dasar </a:t>
                      </a:r>
                      <a:r>
                        <a:rPr lang="en-ID" sz="2000" b="1" u="sng" dirty="0"/>
                        <a:t>(Basic Research):</a:t>
                      </a:r>
                      <a:r>
                        <a:rPr lang="en-ID" sz="2000" u="sng" dirty="0"/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D" sz="2000" dirty="0" err="1"/>
                        <a:t>bertujuan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mengembangkan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teori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tanpa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langsung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memikirkan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penerapan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praktis</a:t>
                      </a:r>
                      <a:r>
                        <a:rPr lang="en-ID" sz="2000" dirty="0"/>
                        <a:t>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ID" sz="1800" u="sng" dirty="0" err="1"/>
                        <a:t>Terapan</a:t>
                      </a:r>
                      <a:r>
                        <a:rPr lang="en-ID" sz="1800" u="sng" dirty="0"/>
                        <a:t> </a:t>
                      </a:r>
                      <a:r>
                        <a:rPr lang="en-US" sz="1800" b="1" u="sng" dirty="0"/>
                        <a:t>(Applied Research):</a:t>
                      </a:r>
                      <a:r>
                        <a:rPr lang="en-US" sz="1800" dirty="0"/>
                        <a:t> 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2000" dirty="0" err="1"/>
                        <a:t>bertujuan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memecahkan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masalah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nyata</a:t>
                      </a:r>
                      <a:r>
                        <a:rPr lang="en-US" sz="2000" dirty="0"/>
                        <a:t> di </a:t>
                      </a:r>
                      <a:r>
                        <a:rPr lang="en-US" sz="2000" dirty="0" err="1"/>
                        <a:t>lapangan</a:t>
                      </a:r>
                      <a:r>
                        <a:rPr lang="en-US" sz="2000" dirty="0"/>
                        <a:t>.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 err="1"/>
                        <a:t>Kuantitatif</a:t>
                      </a:r>
                      <a:br>
                        <a:rPr lang="en-ID" sz="2000" b="1" dirty="0"/>
                      </a:br>
                      <a:r>
                        <a:rPr lang="en-ID" sz="2000" dirty="0" err="1"/>
                        <a:t>menggunakan</a:t>
                      </a:r>
                      <a:r>
                        <a:rPr lang="en-ID" sz="2000" dirty="0"/>
                        <a:t> data </a:t>
                      </a:r>
                      <a:r>
                        <a:rPr lang="en-ID" sz="2000" dirty="0" err="1"/>
                        <a:t>berupa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angka</a:t>
                      </a:r>
                      <a:r>
                        <a:rPr lang="en-ID" sz="2000" dirty="0"/>
                        <a:t>, </a:t>
                      </a:r>
                      <a:r>
                        <a:rPr lang="en-ID" sz="2000" dirty="0" err="1"/>
                        <a:t>analisis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statistik</a:t>
                      </a:r>
                      <a:r>
                        <a:rPr lang="en-ID" sz="2000" dirty="0"/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 err="1"/>
                        <a:t>Kualitatif</a:t>
                      </a:r>
                      <a:br>
                        <a:rPr lang="en-ID" sz="2000" b="1" dirty="0"/>
                      </a:br>
                      <a:r>
                        <a:rPr lang="en-ID" sz="2000" dirty="0" err="1"/>
                        <a:t>menggunakan</a:t>
                      </a:r>
                      <a:r>
                        <a:rPr lang="en-ID" sz="2000" dirty="0"/>
                        <a:t> data </a:t>
                      </a:r>
                      <a:r>
                        <a:rPr lang="en-ID" sz="2000" dirty="0" err="1"/>
                        <a:t>deskriptif</a:t>
                      </a:r>
                      <a:r>
                        <a:rPr lang="en-ID" sz="2000" dirty="0"/>
                        <a:t> (</a:t>
                      </a:r>
                      <a:r>
                        <a:rPr lang="en-ID" sz="2000" dirty="0" err="1"/>
                        <a:t>narasi</a:t>
                      </a:r>
                      <a:r>
                        <a:rPr lang="en-ID" sz="2000" dirty="0"/>
                        <a:t>, </a:t>
                      </a:r>
                      <a:r>
                        <a:rPr lang="en-ID" sz="2000" dirty="0" err="1"/>
                        <a:t>wawancara</a:t>
                      </a:r>
                      <a:r>
                        <a:rPr lang="en-ID" sz="2000" dirty="0"/>
                        <a:t>, </a:t>
                      </a:r>
                      <a:r>
                        <a:rPr lang="en-ID" sz="2000" dirty="0" err="1"/>
                        <a:t>observasi</a:t>
                      </a:r>
                      <a:r>
                        <a:rPr lang="en-ID" sz="2000" dirty="0"/>
                        <a:t>).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/>
                        <a:t>Mixed Method</a:t>
                      </a:r>
                      <a:br>
                        <a:rPr lang="en-ID" sz="2000" b="1" dirty="0"/>
                      </a:br>
                      <a:r>
                        <a:rPr lang="en-ID" sz="2000" dirty="0" err="1"/>
                        <a:t>gabungan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kuantitatif</a:t>
                      </a:r>
                      <a:r>
                        <a:rPr lang="en-ID" sz="2000" dirty="0"/>
                        <a:t> dan </a:t>
                      </a:r>
                      <a:r>
                        <a:rPr lang="en-ID" sz="2000" dirty="0" err="1"/>
                        <a:t>kualitatif</a:t>
                      </a:r>
                      <a:r>
                        <a:rPr lang="en-ID" sz="2000" dirty="0"/>
                        <a:t>.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 err="1"/>
                        <a:t>Deskriptif</a:t>
                      </a:r>
                      <a:r>
                        <a:rPr lang="en-ID" sz="2000" b="1" dirty="0"/>
                        <a:t>: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menggambarkan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fenomena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tertentu</a:t>
                      </a:r>
                      <a:r>
                        <a:rPr lang="en-ID" sz="2000" dirty="0"/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 err="1"/>
                        <a:t>Korelasional</a:t>
                      </a:r>
                      <a:r>
                        <a:rPr lang="en-ID" sz="2000" b="1" dirty="0"/>
                        <a:t>: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mencari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hubungan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antar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variabel</a:t>
                      </a:r>
                      <a:r>
                        <a:rPr lang="en-ID" sz="2000" dirty="0"/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 err="1"/>
                        <a:t>Eksperimental</a:t>
                      </a:r>
                      <a:r>
                        <a:rPr lang="en-ID" sz="2000" b="1" dirty="0"/>
                        <a:t>: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menguji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pengaruh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suatu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perlakuan</a:t>
                      </a:r>
                      <a:r>
                        <a:rPr lang="en-ID" sz="2000" dirty="0"/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/>
                        <a:t>Tindakan (Action Research):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memperbaiki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suatu</a:t>
                      </a:r>
                      <a:r>
                        <a:rPr lang="en-ID" sz="2000" dirty="0"/>
                        <a:t> proses </a:t>
                      </a:r>
                      <a:r>
                        <a:rPr lang="en-ID" sz="2000" dirty="0" err="1"/>
                        <a:t>melalui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siklus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tindakan</a:t>
                      </a:r>
                      <a:r>
                        <a:rPr lang="en-ID" sz="2000" dirty="0"/>
                        <a:t>.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D" sz="2000" b="1" dirty="0"/>
                        <a:t>Studi Kasus: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meneliti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secara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mendalam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satu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kasus</a:t>
                      </a:r>
                      <a:r>
                        <a:rPr lang="en-ID" sz="2000" dirty="0"/>
                        <a:t> </a:t>
                      </a:r>
                      <a:r>
                        <a:rPr lang="en-ID" sz="2000" dirty="0" err="1"/>
                        <a:t>tertentu</a:t>
                      </a:r>
                      <a:r>
                        <a:rPr lang="en-ID" sz="2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519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Unsur</a:t>
            </a:r>
            <a:r>
              <a:rPr b="1" dirty="0"/>
              <a:t> </a:t>
            </a:r>
            <a:r>
              <a:rPr b="1" dirty="0" err="1"/>
              <a:t>Penting</a:t>
            </a:r>
            <a:r>
              <a:rPr b="1" dirty="0"/>
              <a:t> </a:t>
            </a:r>
            <a:r>
              <a:rPr b="1" dirty="0" err="1"/>
              <a:t>Penelitian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867775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D" b="1" dirty="0" err="1"/>
              <a:t>Masalah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permasalahan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dipecahkan</a:t>
            </a:r>
            <a:r>
              <a:rPr lang="en-ID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b="1" dirty="0" err="1"/>
              <a:t>Rumusan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b="1" dirty="0"/>
              <a:t>Tujuan </a:t>
            </a:r>
            <a:r>
              <a:rPr lang="en-ID" b="1" dirty="0" err="1"/>
              <a:t>penelitian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dicapai</a:t>
            </a:r>
            <a:r>
              <a:rPr lang="en-ID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b="1" dirty="0"/>
              <a:t>Manfaat </a:t>
            </a:r>
            <a:r>
              <a:rPr lang="en-ID" b="1" dirty="0" err="1"/>
              <a:t>penelitian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teoritis</a:t>
            </a:r>
            <a:r>
              <a:rPr lang="en-ID" dirty="0"/>
              <a:t> &amp; </a:t>
            </a:r>
            <a:r>
              <a:rPr lang="en-ID" dirty="0" err="1"/>
              <a:t>praktis</a:t>
            </a:r>
            <a:r>
              <a:rPr lang="en-ID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b="1" dirty="0" err="1"/>
              <a:t>Kerangka</a:t>
            </a:r>
            <a:r>
              <a:rPr lang="en-ID" b="1" dirty="0"/>
              <a:t> </a:t>
            </a:r>
            <a:r>
              <a:rPr lang="en-ID" b="1" dirty="0" err="1"/>
              <a:t>teori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landasan</a:t>
            </a:r>
            <a:r>
              <a:rPr lang="en-ID" dirty="0"/>
              <a:t> </a:t>
            </a:r>
            <a:r>
              <a:rPr lang="en-ID" dirty="0" err="1"/>
              <a:t>konseptual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D" b="1" dirty="0" err="1"/>
              <a:t>Metodologi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(</a:t>
            </a:r>
            <a:r>
              <a:rPr lang="en-ID" dirty="0" err="1"/>
              <a:t>pendekatan</a:t>
            </a:r>
            <a:r>
              <a:rPr lang="en-ID" dirty="0"/>
              <a:t>,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pengumpulan</a:t>
            </a:r>
            <a:r>
              <a:rPr lang="en-ID" dirty="0"/>
              <a:t> data,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).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👉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unsur-unsur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terarah</a:t>
            </a:r>
            <a:r>
              <a:rPr lang="en-ID" dirty="0"/>
              <a:t> dan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dipertanggungjawabkan</a:t>
            </a:r>
            <a:r>
              <a:rPr lang="en-ID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Siklus</a:t>
            </a:r>
            <a:r>
              <a:rPr b="1" dirty="0"/>
              <a:t> </a:t>
            </a:r>
            <a:r>
              <a:rPr b="1" dirty="0" err="1"/>
              <a:t>Penelitian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6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digambarkan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 err="1"/>
              <a:t>Identifikasi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dirty="0"/>
              <a:t> →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isu</a:t>
            </a:r>
            <a:r>
              <a:rPr lang="en-ID" dirty="0"/>
              <a:t> yang </a:t>
            </a:r>
            <a:r>
              <a:rPr lang="en-ID" dirty="0" err="1"/>
              <a:t>layak</a:t>
            </a:r>
            <a:r>
              <a:rPr lang="en-ID" dirty="0"/>
              <a:t> </a:t>
            </a:r>
            <a:r>
              <a:rPr lang="en-ID" dirty="0" err="1"/>
              <a:t>diteliti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/>
              <a:t>Studi </a:t>
            </a:r>
            <a:r>
              <a:rPr lang="en-ID" b="1" dirty="0" err="1"/>
              <a:t>literatur</a:t>
            </a:r>
            <a:r>
              <a:rPr lang="en-ID" dirty="0"/>
              <a:t> → </a:t>
            </a:r>
            <a:r>
              <a:rPr lang="en-ID" dirty="0" err="1"/>
              <a:t>Membaca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, </a:t>
            </a:r>
            <a:r>
              <a:rPr lang="en-ID" dirty="0" err="1"/>
              <a:t>jurnal</a:t>
            </a:r>
            <a:r>
              <a:rPr lang="en-ID" dirty="0"/>
              <a:t>, dan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 err="1"/>
              <a:t>Rumusan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dirty="0"/>
              <a:t> → Menyusun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/>
              <a:t>Tujuan </a:t>
            </a:r>
            <a:r>
              <a:rPr lang="en-ID" b="1" dirty="0" err="1"/>
              <a:t>penelitian</a:t>
            </a:r>
            <a:r>
              <a:rPr lang="en-ID" dirty="0"/>
              <a:t> →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dicapai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/>
              <a:t>Metode </a:t>
            </a:r>
            <a:r>
              <a:rPr lang="en-ID" b="1" dirty="0" err="1"/>
              <a:t>penelitian</a:t>
            </a:r>
            <a:r>
              <a:rPr lang="en-ID" dirty="0"/>
              <a:t> →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, </a:t>
            </a:r>
            <a:r>
              <a:rPr lang="en-ID" dirty="0" err="1"/>
              <a:t>instrumen</a:t>
            </a:r>
            <a:r>
              <a:rPr lang="en-ID" dirty="0"/>
              <a:t>, dan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 err="1"/>
              <a:t>Pengumpulan</a:t>
            </a:r>
            <a:r>
              <a:rPr lang="en-ID" b="1" dirty="0"/>
              <a:t> data</a:t>
            </a:r>
            <a:r>
              <a:rPr lang="en-ID" dirty="0"/>
              <a:t> → </a:t>
            </a:r>
            <a:r>
              <a:rPr lang="en-ID" dirty="0" err="1"/>
              <a:t>Observasi</a:t>
            </a:r>
            <a:r>
              <a:rPr lang="en-ID" dirty="0"/>
              <a:t>, </a:t>
            </a:r>
            <a:r>
              <a:rPr lang="en-ID" dirty="0" err="1"/>
              <a:t>wawancara</a:t>
            </a:r>
            <a:r>
              <a:rPr lang="en-ID" dirty="0"/>
              <a:t>, </a:t>
            </a:r>
            <a:r>
              <a:rPr lang="en-ID" dirty="0" err="1"/>
              <a:t>eksperimen</a:t>
            </a:r>
            <a:r>
              <a:rPr lang="en-ID" dirty="0"/>
              <a:t>, survey.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 err="1"/>
              <a:t>Analisis</a:t>
            </a:r>
            <a:r>
              <a:rPr lang="en-ID" b="1" dirty="0"/>
              <a:t> data</a:t>
            </a:r>
            <a:r>
              <a:rPr lang="en-ID" dirty="0"/>
              <a:t> → </a:t>
            </a:r>
            <a:r>
              <a:rPr lang="en-ID" dirty="0" err="1"/>
              <a:t>Statistik</a:t>
            </a:r>
            <a:r>
              <a:rPr lang="en-ID" dirty="0"/>
              <a:t>, coding data, </a:t>
            </a:r>
            <a:r>
              <a:rPr lang="en-ID" dirty="0" err="1"/>
              <a:t>interpretasi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/>
              <a:t>Kesimpulan</a:t>
            </a:r>
            <a:r>
              <a:rPr lang="en-ID" dirty="0"/>
              <a:t> →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D" b="1" dirty="0" err="1"/>
              <a:t>Publikasi</a:t>
            </a:r>
            <a:r>
              <a:rPr lang="en-ID" b="1" dirty="0"/>
              <a:t> </a:t>
            </a:r>
            <a:r>
              <a:rPr lang="en-ID" b="1" dirty="0" err="1"/>
              <a:t>hasil</a:t>
            </a:r>
            <a:r>
              <a:rPr lang="en-ID" dirty="0"/>
              <a:t> → </a:t>
            </a:r>
            <a:r>
              <a:rPr lang="en-ID" dirty="0" err="1"/>
              <a:t>Laporan</a:t>
            </a:r>
            <a:r>
              <a:rPr lang="en-ID" dirty="0"/>
              <a:t>, seminar, </a:t>
            </a:r>
            <a:r>
              <a:rPr lang="en-ID" dirty="0" err="1"/>
              <a:t>jurnal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prosiding</a:t>
            </a:r>
            <a:r>
              <a:rPr lang="en-ID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AE08-DCB8-12E0-FBB9-D4F363B9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14C4-AE30-83D3-3893-F30CBAA1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Siklus</a:t>
            </a:r>
            <a:r>
              <a:rPr b="1" dirty="0"/>
              <a:t> </a:t>
            </a:r>
            <a:r>
              <a:rPr b="1" dirty="0" err="1"/>
              <a:t>Penelitian</a:t>
            </a:r>
            <a:endParaRPr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00B7246-5B91-EC16-DE7B-67A628E773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6396783"/>
              </p:ext>
            </p:extLst>
          </p:nvPr>
        </p:nvGraphicFramePr>
        <p:xfrm>
          <a:off x="1028699" y="1397000"/>
          <a:ext cx="8982076" cy="509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9286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0D40-BF56-91AC-C6B1-05D1C104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B29B-2C6C-D94D-5248-573D25255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813" y="717042"/>
            <a:ext cx="9341222" cy="1188720"/>
          </a:xfrm>
        </p:spPr>
        <p:txBody>
          <a:bodyPr/>
          <a:lstStyle/>
          <a:p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logis</a:t>
            </a:r>
            <a:endParaRPr lang="en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BB523-2EA5-D90A-8A32-806B8A791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813" y="1743076"/>
            <a:ext cx="9412940" cy="4829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dirty="0"/>
              <a:t>Dalam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penelitian</a:t>
            </a:r>
            <a:r>
              <a:rPr lang="en-ID" sz="2400" dirty="0"/>
              <a:t>,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berfikir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logis</a:t>
            </a:r>
            <a:r>
              <a:rPr lang="en-ID" sz="2400" dirty="0"/>
              <a:t>. </a:t>
            </a:r>
            <a:r>
              <a:rPr lang="en-ID" sz="2400" b="1" dirty="0" err="1"/>
              <a:t>Berpikir</a:t>
            </a:r>
            <a:r>
              <a:rPr lang="en-ID" sz="2400" b="1" dirty="0"/>
              <a:t> </a:t>
            </a:r>
            <a:r>
              <a:rPr lang="en-ID" sz="2400" b="1" dirty="0" err="1"/>
              <a:t>logis</a:t>
            </a:r>
            <a:r>
              <a:rPr lang="en-ID" sz="2400" b="1" dirty="0"/>
              <a:t> </a:t>
            </a:r>
            <a:r>
              <a:rPr lang="en-ID" sz="2400" b="1" dirty="0" err="1"/>
              <a:t>adalah</a:t>
            </a:r>
            <a:r>
              <a:rPr lang="en-ID" sz="2400" b="1" dirty="0"/>
              <a:t> </a:t>
            </a:r>
            <a:r>
              <a:rPr lang="en-ID" sz="2400" b="1" dirty="0" err="1"/>
              <a:t>kemampuan</a:t>
            </a:r>
            <a:r>
              <a:rPr lang="en-ID" sz="2400" b="1" dirty="0"/>
              <a:t> </a:t>
            </a:r>
            <a:r>
              <a:rPr lang="en-ID" sz="2400" b="1" dirty="0" err="1"/>
              <a:t>menggunakan</a:t>
            </a:r>
            <a:r>
              <a:rPr lang="en-ID" sz="2400" b="1" dirty="0"/>
              <a:t> </a:t>
            </a:r>
            <a:r>
              <a:rPr lang="en-ID" sz="2400" b="1" dirty="0" err="1"/>
              <a:t>akal</a:t>
            </a:r>
            <a:r>
              <a:rPr lang="en-ID" sz="2400" b="1" dirty="0"/>
              <a:t> </a:t>
            </a:r>
            <a:r>
              <a:rPr lang="en-ID" sz="2400" b="1" dirty="0" err="1"/>
              <a:t>secara</a:t>
            </a:r>
            <a:r>
              <a:rPr lang="en-ID" sz="2400" b="1" dirty="0"/>
              <a:t> </a:t>
            </a:r>
            <a:r>
              <a:rPr lang="en-ID" sz="2400" b="1" dirty="0" err="1"/>
              <a:t>runtut</a:t>
            </a:r>
            <a:r>
              <a:rPr lang="en-ID" sz="2400" b="1" dirty="0"/>
              <a:t>, </a:t>
            </a:r>
            <a:r>
              <a:rPr lang="en-ID" sz="2400" b="1" dirty="0" err="1"/>
              <a:t>sistematis</a:t>
            </a:r>
            <a:r>
              <a:rPr lang="en-ID" sz="2400" b="1" dirty="0"/>
              <a:t>, dan </a:t>
            </a:r>
            <a:r>
              <a:rPr lang="en-ID" sz="2400" b="1" dirty="0" err="1"/>
              <a:t>konsisten</a:t>
            </a:r>
            <a:r>
              <a:rPr lang="en-ID" sz="2400" b="1" dirty="0"/>
              <a:t> </a:t>
            </a:r>
            <a:r>
              <a:rPr lang="en-ID" sz="2400" b="1" dirty="0" err="1"/>
              <a:t>dalam</a:t>
            </a:r>
            <a:r>
              <a:rPr lang="en-ID" sz="2400" b="1" dirty="0"/>
              <a:t> </a:t>
            </a:r>
            <a:r>
              <a:rPr lang="en-ID" sz="2400" b="1" dirty="0" err="1"/>
              <a:t>memahami</a:t>
            </a:r>
            <a:r>
              <a:rPr lang="en-ID" sz="2400" b="1" dirty="0"/>
              <a:t> </a:t>
            </a:r>
            <a:r>
              <a:rPr lang="en-ID" sz="2400" b="1" dirty="0" err="1"/>
              <a:t>masalah</a:t>
            </a:r>
            <a:r>
              <a:rPr lang="en-ID" sz="2400" b="1" dirty="0"/>
              <a:t>, </a:t>
            </a:r>
            <a:r>
              <a:rPr lang="en-ID" sz="2400" b="1" dirty="0" err="1"/>
              <a:t>mencari</a:t>
            </a:r>
            <a:r>
              <a:rPr lang="en-ID" sz="2400" b="1" dirty="0"/>
              <a:t> </a:t>
            </a:r>
            <a:r>
              <a:rPr lang="en-ID" sz="2400" b="1" dirty="0" err="1"/>
              <a:t>solusi</a:t>
            </a:r>
            <a:r>
              <a:rPr lang="en-ID" sz="2400" b="1" dirty="0"/>
              <a:t>, </a:t>
            </a:r>
            <a:r>
              <a:rPr lang="en-ID" sz="2400" b="1" dirty="0" err="1"/>
              <a:t>serta</a:t>
            </a:r>
            <a:r>
              <a:rPr lang="en-ID" sz="2400" b="1" dirty="0"/>
              <a:t> </a:t>
            </a:r>
            <a:r>
              <a:rPr lang="en-ID" sz="2400" b="1" dirty="0" err="1"/>
              <a:t>menarik</a:t>
            </a:r>
            <a:r>
              <a:rPr lang="en-ID" sz="2400" b="1" dirty="0"/>
              <a:t> </a:t>
            </a:r>
            <a:r>
              <a:rPr lang="en-ID" sz="2400" b="1" dirty="0" err="1"/>
              <a:t>kesimpulan</a:t>
            </a:r>
            <a:r>
              <a:rPr lang="en-ID" sz="2400" dirty="0"/>
              <a:t>. Dalam </a:t>
            </a:r>
            <a:r>
              <a:rPr lang="en-ID" sz="2400" dirty="0" err="1"/>
              <a:t>penelitian</a:t>
            </a:r>
            <a:r>
              <a:rPr lang="en-ID" sz="2400" dirty="0"/>
              <a:t>, </a:t>
            </a:r>
            <a:r>
              <a:rPr lang="en-ID" sz="2400" dirty="0" err="1"/>
              <a:t>berpikir</a:t>
            </a:r>
            <a:r>
              <a:rPr lang="en-ID" sz="2400" dirty="0"/>
              <a:t> </a:t>
            </a:r>
            <a:r>
              <a:rPr lang="en-ID" sz="2400" dirty="0" err="1"/>
              <a:t>logis</a:t>
            </a:r>
            <a:r>
              <a:rPr lang="en-ID" sz="2400" dirty="0"/>
              <a:t> sangat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:</a:t>
            </a:r>
          </a:p>
          <a:p>
            <a:pPr lvl="1"/>
            <a:r>
              <a:rPr lang="en-ID" sz="2000" b="1" dirty="0" err="1"/>
              <a:t>Menjamin</a:t>
            </a:r>
            <a:r>
              <a:rPr lang="en-ID" sz="2000" b="1" dirty="0"/>
              <a:t> </a:t>
            </a:r>
            <a:r>
              <a:rPr lang="en-ID" sz="2000" b="1" dirty="0" err="1"/>
              <a:t>objektivitas</a:t>
            </a:r>
            <a:r>
              <a:rPr lang="en-ID" sz="2000" dirty="0"/>
              <a:t> – </a:t>
            </a:r>
            <a:r>
              <a:rPr lang="en-ID" sz="2000" dirty="0" err="1"/>
              <a:t>peneliti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mengandalkan</a:t>
            </a:r>
            <a:r>
              <a:rPr lang="en-ID" sz="2000" dirty="0"/>
              <a:t> </a:t>
            </a:r>
            <a:r>
              <a:rPr lang="en-ID" sz="2000" dirty="0" err="1"/>
              <a:t>intuisi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perasaan</a:t>
            </a:r>
            <a:r>
              <a:rPr lang="en-ID" sz="2000" dirty="0"/>
              <a:t>, </a:t>
            </a:r>
            <a:r>
              <a:rPr lang="en-ID" sz="2000" dirty="0" err="1"/>
              <a:t>tetapi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nalar</a:t>
            </a:r>
            <a:r>
              <a:rPr lang="en-ID" sz="2000" dirty="0"/>
              <a:t>.</a:t>
            </a:r>
          </a:p>
          <a:p>
            <a:pPr lvl="1"/>
            <a:r>
              <a:rPr lang="en-ID" sz="2000" b="1" dirty="0" err="1"/>
              <a:t>Membantu</a:t>
            </a:r>
            <a:r>
              <a:rPr lang="en-ID" sz="2000" b="1" dirty="0"/>
              <a:t> </a:t>
            </a:r>
            <a:r>
              <a:rPr lang="en-ID" sz="2000" b="1" dirty="0" err="1"/>
              <a:t>menyusun</a:t>
            </a:r>
            <a:r>
              <a:rPr lang="en-ID" sz="2000" b="1" dirty="0"/>
              <a:t> </a:t>
            </a:r>
            <a:r>
              <a:rPr lang="en-ID" sz="2000" b="1" dirty="0" err="1"/>
              <a:t>kerangka</a:t>
            </a:r>
            <a:r>
              <a:rPr lang="en-ID" sz="2000" b="1" dirty="0"/>
              <a:t> </a:t>
            </a:r>
            <a:r>
              <a:rPr lang="en-ID" sz="2000" b="1" dirty="0" err="1"/>
              <a:t>penelitian</a:t>
            </a:r>
            <a:r>
              <a:rPr lang="en-ID" sz="2000" dirty="0"/>
              <a:t> – </a:t>
            </a:r>
            <a:r>
              <a:rPr lang="en-ID" sz="2000" dirty="0" err="1"/>
              <a:t>mulai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perumusan</a:t>
            </a:r>
            <a:r>
              <a:rPr lang="en-ID" sz="2000" dirty="0"/>
              <a:t> </a:t>
            </a:r>
            <a:r>
              <a:rPr lang="en-ID" sz="2000" dirty="0" err="1"/>
              <a:t>masalah</a:t>
            </a:r>
            <a:r>
              <a:rPr lang="en-ID" sz="2000" dirty="0"/>
              <a:t>, </a:t>
            </a:r>
            <a:r>
              <a:rPr lang="en-ID" sz="2000" dirty="0" err="1"/>
              <a:t>landasan</a:t>
            </a:r>
            <a:r>
              <a:rPr lang="en-ID" sz="2000" dirty="0"/>
              <a:t> </a:t>
            </a:r>
            <a:r>
              <a:rPr lang="en-ID" sz="2000" dirty="0" err="1"/>
              <a:t>teori</a:t>
            </a:r>
            <a:r>
              <a:rPr lang="en-ID" sz="2000" dirty="0"/>
              <a:t>, </a:t>
            </a:r>
            <a:r>
              <a:rPr lang="en-ID" sz="2000" dirty="0" err="1"/>
              <a:t>metodologi</a:t>
            </a:r>
            <a:r>
              <a:rPr lang="en-ID" sz="2000" dirty="0"/>
              <a:t>, </a:t>
            </a:r>
            <a:r>
              <a:rPr lang="en-ID" sz="2000" dirty="0" err="1"/>
              <a:t>hingga</a:t>
            </a:r>
            <a:r>
              <a:rPr lang="en-ID" sz="2000" dirty="0"/>
              <a:t> </a:t>
            </a:r>
            <a:r>
              <a:rPr lang="en-ID" sz="2000" dirty="0" err="1"/>
              <a:t>analisis</a:t>
            </a:r>
            <a:r>
              <a:rPr lang="en-ID" sz="2000" dirty="0"/>
              <a:t> data.</a:t>
            </a:r>
          </a:p>
          <a:p>
            <a:pPr lvl="1"/>
            <a:r>
              <a:rPr lang="en-ID" sz="2000" b="1" dirty="0" err="1"/>
              <a:t>Menghasilkan</a:t>
            </a:r>
            <a:r>
              <a:rPr lang="en-ID" sz="2000" b="1" dirty="0"/>
              <a:t> </a:t>
            </a:r>
            <a:r>
              <a:rPr lang="en-ID" sz="2000" b="1" dirty="0" err="1"/>
              <a:t>kesimpulan</a:t>
            </a:r>
            <a:r>
              <a:rPr lang="en-ID" sz="2000" b="1" dirty="0"/>
              <a:t> yang valid</a:t>
            </a:r>
            <a:r>
              <a:rPr lang="en-ID" sz="2000" dirty="0"/>
              <a:t> – </a:t>
            </a:r>
            <a:r>
              <a:rPr lang="en-ID" sz="2000" dirty="0" err="1"/>
              <a:t>logika</a:t>
            </a:r>
            <a:r>
              <a:rPr lang="en-ID" sz="2000" dirty="0"/>
              <a:t> </a:t>
            </a:r>
            <a:r>
              <a:rPr lang="en-ID" sz="2000" dirty="0" err="1"/>
              <a:t>menjaga</a:t>
            </a:r>
            <a:r>
              <a:rPr lang="en-ID" sz="2000" dirty="0"/>
              <a:t> agar proses </a:t>
            </a:r>
            <a:r>
              <a:rPr lang="en-ID" sz="2000" dirty="0" err="1"/>
              <a:t>penalaran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melompat-lompat</a:t>
            </a:r>
            <a:r>
              <a:rPr lang="en-ID" sz="2000" dirty="0"/>
              <a:t> dan </a:t>
            </a:r>
            <a:r>
              <a:rPr lang="en-ID" sz="2000" dirty="0" err="1"/>
              <a:t>tetap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dipertanggungjawabkan</a:t>
            </a:r>
            <a:r>
              <a:rPr lang="en-ID" sz="2000" dirty="0"/>
              <a:t>.</a:t>
            </a:r>
          </a:p>
          <a:p>
            <a:pPr lvl="1"/>
            <a:r>
              <a:rPr lang="en-ID" sz="2000" b="1" dirty="0" err="1"/>
              <a:t>Memudahkan</a:t>
            </a:r>
            <a:r>
              <a:rPr lang="en-ID" sz="2000" b="1" dirty="0"/>
              <a:t> </a:t>
            </a:r>
            <a:r>
              <a:rPr lang="en-ID" sz="2000" b="1" dirty="0" err="1"/>
              <a:t>komunikasi</a:t>
            </a:r>
            <a:r>
              <a:rPr lang="en-ID" sz="2000" b="1" dirty="0"/>
              <a:t> </a:t>
            </a:r>
            <a:r>
              <a:rPr lang="en-ID" sz="2000" b="1" dirty="0" err="1"/>
              <a:t>ilmiah</a:t>
            </a:r>
            <a:r>
              <a:rPr lang="en-ID" sz="2000" dirty="0"/>
              <a:t> – </a:t>
            </a:r>
            <a:r>
              <a:rPr lang="en-ID" sz="2000" dirty="0" err="1"/>
              <a:t>hasil</a:t>
            </a:r>
            <a:r>
              <a:rPr lang="en-ID" sz="2000" dirty="0"/>
              <a:t> </a:t>
            </a:r>
            <a:r>
              <a:rPr lang="en-ID" sz="2000" dirty="0" err="1"/>
              <a:t>penelitian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dipahami</a:t>
            </a:r>
            <a:r>
              <a:rPr lang="en-ID" sz="2000" dirty="0"/>
              <a:t> dan </a:t>
            </a:r>
            <a:r>
              <a:rPr lang="en-ID" sz="2000" dirty="0" err="1"/>
              <a:t>diuji</a:t>
            </a:r>
            <a:r>
              <a:rPr lang="en-ID" sz="2000" dirty="0"/>
              <a:t> oleh </a:t>
            </a:r>
            <a:r>
              <a:rPr lang="en-ID" sz="2000" dirty="0" err="1"/>
              <a:t>peneliti</a:t>
            </a:r>
            <a:r>
              <a:rPr lang="en-ID" sz="2000" dirty="0"/>
              <a:t> lain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didasarkan</a:t>
            </a:r>
            <a:r>
              <a:rPr lang="en-ID" sz="2000" dirty="0"/>
              <a:t> pada </a:t>
            </a:r>
            <a:r>
              <a:rPr lang="en-ID" sz="2000" dirty="0" err="1"/>
              <a:t>alur</a:t>
            </a:r>
            <a:r>
              <a:rPr lang="en-ID" sz="2000" dirty="0"/>
              <a:t> </a:t>
            </a:r>
            <a:r>
              <a:rPr lang="en-ID" sz="2000" dirty="0" err="1"/>
              <a:t>pikir</a:t>
            </a:r>
            <a:r>
              <a:rPr lang="en-ID" sz="2000" dirty="0"/>
              <a:t> yang </a:t>
            </a:r>
            <a:r>
              <a:rPr lang="en-ID" sz="2000" dirty="0" err="1"/>
              <a:t>jelas</a:t>
            </a:r>
            <a:r>
              <a:rPr lang="en-ID" sz="2000" dirty="0"/>
              <a:t>.</a:t>
            </a:r>
          </a:p>
          <a:p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2455466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E38B-2046-7CFA-9FC0-95AAA846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752C-A5A0-6A2B-1520-33A6AA90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494" y="964692"/>
            <a:ext cx="9197788" cy="1188720"/>
          </a:xfrm>
        </p:spPr>
        <p:txBody>
          <a:bodyPr/>
          <a:lstStyle/>
          <a:p>
            <a:r>
              <a:rPr lang="en-US" b="1" dirty="0" err="1"/>
              <a:t>Berfikir</a:t>
            </a:r>
            <a:r>
              <a:rPr lang="en-US" b="1" dirty="0"/>
              <a:t> </a:t>
            </a:r>
            <a:r>
              <a:rPr lang="en-US" b="1" dirty="0" err="1"/>
              <a:t>logis</a:t>
            </a:r>
            <a:endParaRPr lang="en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4AFC-39E7-4D53-A00E-05133E00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813" y="2312894"/>
            <a:ext cx="9412940" cy="4078941"/>
          </a:xfrm>
        </p:spPr>
        <p:txBody>
          <a:bodyPr>
            <a:normAutofit/>
          </a:bodyPr>
          <a:lstStyle/>
          <a:p>
            <a:r>
              <a:rPr lang="en-US" sz="2400" dirty="0"/>
              <a:t>Proses </a:t>
            </a:r>
            <a:r>
              <a:rPr lang="en-US" sz="2400" dirty="0" err="1"/>
              <a:t>berpikir</a:t>
            </a:r>
            <a:r>
              <a:rPr lang="en-US" sz="2400" dirty="0"/>
              <a:t> yang </a:t>
            </a:r>
            <a:r>
              <a:rPr lang="en-US" sz="2400" dirty="0" err="1"/>
              <a:t>terjadi</a:t>
            </a:r>
            <a:r>
              <a:rPr lang="en-US" sz="2400" dirty="0"/>
              <a:t> pada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menarik</a:t>
            </a:r>
            <a:r>
              <a:rPr lang="en-US" sz="2400" dirty="0"/>
              <a:t> </a:t>
            </a:r>
            <a:r>
              <a:rPr lang="en-US" sz="2400" dirty="0" err="1"/>
              <a:t>kesimpulan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pernyataan-pernyataan</a:t>
            </a:r>
            <a:r>
              <a:rPr lang="en-US" sz="2400" dirty="0"/>
              <a:t> yang </a:t>
            </a:r>
            <a:r>
              <a:rPr lang="en-US" sz="2400" dirty="0" err="1"/>
              <a:t>diketahui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dianggap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penalaran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reasoning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2400" dirty="0" err="1"/>
              <a:t>Penalaran</a:t>
            </a:r>
            <a:r>
              <a:rPr lang="en-US" sz="2400" dirty="0"/>
              <a:t> juga </a:t>
            </a:r>
            <a:r>
              <a:rPr lang="en-US" sz="2400" dirty="0" err="1"/>
              <a:t>berguna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logis</a:t>
            </a:r>
            <a:r>
              <a:rPr lang="en-US" sz="2400" dirty="0"/>
              <a:t> dan </a:t>
            </a:r>
            <a:r>
              <a:rPr lang="en-US" sz="2400" dirty="0" err="1"/>
              <a:t>objektif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apakah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suatu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pernyataan</a:t>
            </a:r>
            <a:r>
              <a:rPr lang="en-US" sz="2400" b="1" dirty="0">
                <a:solidFill>
                  <a:srgbClr val="FF0000"/>
                </a:solidFill>
              </a:rPr>
              <a:t> valid </a:t>
            </a:r>
            <a:r>
              <a:rPr lang="en-US" sz="2400" dirty="0"/>
              <a:t>(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salah)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pantas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diyakini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dianut</a:t>
            </a:r>
            <a:endParaRPr lang="en-US" sz="2400" dirty="0"/>
          </a:p>
          <a:p>
            <a:r>
              <a:rPr lang="en-US" sz="2400" dirty="0" err="1"/>
              <a:t>Struktur</a:t>
            </a:r>
            <a:r>
              <a:rPr lang="en-US" sz="2400" dirty="0"/>
              <a:t> </a:t>
            </a:r>
            <a:r>
              <a:rPr lang="en-US" sz="2400" dirty="0" err="1"/>
              <a:t>penalaran</a:t>
            </a:r>
            <a:r>
              <a:rPr lang="en-US" sz="2400" dirty="0"/>
              <a:t> </a:t>
            </a:r>
            <a:r>
              <a:rPr lang="en-US" sz="2400" dirty="0" err="1"/>
              <a:t>itu</a:t>
            </a:r>
            <a:r>
              <a:rPr lang="en-US" sz="2400" dirty="0"/>
              <a:t> </a:t>
            </a:r>
            <a:r>
              <a:rPr lang="en-US" sz="2400" dirty="0" err="1"/>
              <a:t>sendiri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masukan</a:t>
            </a:r>
            <a:r>
              <a:rPr lang="en-US" sz="2400" b="1" dirty="0">
                <a:solidFill>
                  <a:srgbClr val="FF0000"/>
                </a:solidFill>
              </a:rPr>
              <a:t> (input), proses (process) dan </a:t>
            </a:r>
            <a:r>
              <a:rPr lang="en-US" sz="2400" b="1" dirty="0" err="1">
                <a:solidFill>
                  <a:srgbClr val="FF0000"/>
                </a:solidFill>
              </a:rPr>
              <a:t>keluaran</a:t>
            </a:r>
            <a:r>
              <a:rPr lang="en-US" sz="2400" b="1" dirty="0">
                <a:solidFill>
                  <a:srgbClr val="FF0000"/>
                </a:solidFill>
              </a:rPr>
              <a:t> (output)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1165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B0971C-4979-3812-FAB6-8DAE2345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646" y="399915"/>
            <a:ext cx="10098744" cy="855144"/>
          </a:xfrm>
        </p:spPr>
        <p:txBody>
          <a:bodyPr/>
          <a:lstStyle/>
          <a:p>
            <a:r>
              <a:rPr lang="en-US" b="1" dirty="0"/>
              <a:t>Jenis-</a:t>
            </a:r>
            <a:r>
              <a:rPr lang="en-US" b="1" dirty="0" err="1"/>
              <a:t>jenis</a:t>
            </a:r>
            <a:r>
              <a:rPr lang="en-US" b="1" dirty="0"/>
              <a:t> </a:t>
            </a:r>
            <a:r>
              <a:rPr lang="en-US" b="1" dirty="0" err="1"/>
              <a:t>penalaran</a:t>
            </a:r>
            <a:endParaRPr lang="en-ID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A3EE0D0-5D07-5546-FD2C-AC42921243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32646" y="1524000"/>
          <a:ext cx="10098744" cy="5072380"/>
        </p:xfrm>
        <a:graphic>
          <a:graphicData uri="http://schemas.openxmlformats.org/drawingml/2006/table">
            <a:tbl>
              <a:tblPr/>
              <a:tblGrid>
                <a:gridCol w="2524686">
                  <a:extLst>
                    <a:ext uri="{9D8B030D-6E8A-4147-A177-3AD203B41FA5}">
                      <a16:colId xmlns:a16="http://schemas.microsoft.com/office/drawing/2014/main" val="2854080401"/>
                    </a:ext>
                  </a:extLst>
                </a:gridCol>
                <a:gridCol w="2524686">
                  <a:extLst>
                    <a:ext uri="{9D8B030D-6E8A-4147-A177-3AD203B41FA5}">
                      <a16:colId xmlns:a16="http://schemas.microsoft.com/office/drawing/2014/main" val="2851650566"/>
                    </a:ext>
                  </a:extLst>
                </a:gridCol>
                <a:gridCol w="2524686">
                  <a:extLst>
                    <a:ext uri="{9D8B030D-6E8A-4147-A177-3AD203B41FA5}">
                      <a16:colId xmlns:a16="http://schemas.microsoft.com/office/drawing/2014/main" val="3077139762"/>
                    </a:ext>
                  </a:extLst>
                </a:gridCol>
                <a:gridCol w="2524686">
                  <a:extLst>
                    <a:ext uri="{9D8B030D-6E8A-4147-A177-3AD203B41FA5}">
                      <a16:colId xmlns:a16="http://schemas.microsoft.com/office/drawing/2014/main" val="1350509916"/>
                    </a:ext>
                  </a:extLst>
                </a:gridCol>
              </a:tblGrid>
              <a:tr h="583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D" sz="2000" b="1" dirty="0"/>
                        <a:t>Jenis </a:t>
                      </a:r>
                      <a:r>
                        <a:rPr lang="en-ID" sz="2000" b="1" dirty="0" err="1"/>
                        <a:t>Penalaran</a:t>
                      </a:r>
                      <a:endParaRPr lang="en-ID" sz="20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D" sz="2000" b="1" dirty="0" err="1"/>
                        <a:t>Pengertian</a:t>
                      </a:r>
                      <a:endParaRPr lang="en-ID" sz="20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D" sz="2000" b="1" dirty="0" err="1"/>
                        <a:t>Contoh</a:t>
                      </a:r>
                      <a:endParaRPr lang="en-ID" sz="20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D" sz="2000" b="1" dirty="0" err="1"/>
                        <a:t>Kegunaan</a:t>
                      </a:r>
                      <a:r>
                        <a:rPr lang="en-ID" sz="2000" b="1" dirty="0"/>
                        <a:t> </a:t>
                      </a:r>
                      <a:r>
                        <a:rPr lang="en-ID" sz="2000" b="1" dirty="0" err="1"/>
                        <a:t>dalam</a:t>
                      </a:r>
                      <a:r>
                        <a:rPr lang="en-ID" sz="2000" b="1" dirty="0"/>
                        <a:t> </a:t>
                      </a:r>
                      <a:r>
                        <a:rPr lang="en-ID" sz="2000" b="1" dirty="0" err="1"/>
                        <a:t>Penelitian</a:t>
                      </a:r>
                      <a:endParaRPr lang="en-ID" sz="20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61749"/>
                  </a:ext>
                </a:extLst>
              </a:tr>
              <a:tr h="1194225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  <a:buNone/>
                        <a:tabLst>
                          <a:tab pos="2420938" algn="l"/>
                        </a:tabLst>
                      </a:pPr>
                      <a:r>
                        <a:rPr lang="en-ID" sz="2000" b="1" dirty="0" err="1"/>
                        <a:t>Deduktif</a:t>
                      </a:r>
                      <a:endParaRPr lang="en-ID" sz="20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 err="1"/>
                        <a:t>Menarik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kesimpulan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dari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hal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umum</a:t>
                      </a:r>
                      <a:r>
                        <a:rPr lang="en-ID" sz="1400" dirty="0"/>
                        <a:t> → </a:t>
                      </a:r>
                      <a:r>
                        <a:rPr lang="en-ID" sz="1400" dirty="0" err="1"/>
                        <a:t>khusus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/>
                        <a:t>Semua ikan lele bernapas dengan insang → maka objek penelitian (lele) juga bernapas dengan insang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 err="1"/>
                        <a:t>Menguji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teori</a:t>
                      </a:r>
                      <a:r>
                        <a:rPr lang="en-ID" sz="1400" dirty="0"/>
                        <a:t>, </a:t>
                      </a:r>
                      <a:r>
                        <a:rPr lang="en-ID" sz="1400" dirty="0" err="1"/>
                        <a:t>menyusun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hipotesis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431387"/>
                  </a:ext>
                </a:extLst>
              </a:tr>
              <a:tr h="868527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  <a:buNone/>
                      </a:pPr>
                      <a:r>
                        <a:rPr lang="en-ID" sz="2000" b="1"/>
                        <a:t>Induktif</a:t>
                      </a:r>
                      <a:endParaRPr lang="en-ID" sz="200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 err="1"/>
                        <a:t>Menarik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kesimpulan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dari</a:t>
                      </a:r>
                      <a:r>
                        <a:rPr lang="en-ID" sz="1400" dirty="0"/>
                        <a:t> data </a:t>
                      </a:r>
                      <a:r>
                        <a:rPr lang="en-ID" sz="1400" dirty="0" err="1"/>
                        <a:t>khusus</a:t>
                      </a:r>
                      <a:r>
                        <a:rPr lang="en-ID" sz="1400" dirty="0"/>
                        <a:t> → </a:t>
                      </a:r>
                      <a:r>
                        <a:rPr lang="en-ID" sz="1400" dirty="0" err="1"/>
                        <a:t>umum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/>
                        <a:t>Dari 100 </a:t>
                      </a:r>
                      <a:r>
                        <a:rPr lang="en-ID" sz="1400" dirty="0" err="1"/>
                        <a:t>sampel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lele</a:t>
                      </a:r>
                      <a:r>
                        <a:rPr lang="en-ID" sz="1400" dirty="0"/>
                        <a:t>, </a:t>
                      </a:r>
                      <a:r>
                        <a:rPr lang="en-ID" sz="1400" dirty="0" err="1"/>
                        <a:t>semua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berlendir</a:t>
                      </a:r>
                      <a:r>
                        <a:rPr lang="en-ID" sz="1400" dirty="0"/>
                        <a:t> → </a:t>
                      </a:r>
                      <a:r>
                        <a:rPr lang="en-ID" sz="1400" dirty="0" err="1"/>
                        <a:t>semua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lele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memiliki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lendir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i-FI" sz="1400"/>
                        <a:t>Menemukan pola, membangun teori baru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776441"/>
                  </a:ext>
                </a:extLst>
              </a:tr>
              <a:tr h="744796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  <a:buNone/>
                      </a:pPr>
                      <a:r>
                        <a:rPr lang="en-ID" sz="2000" b="1"/>
                        <a:t>Abduktif</a:t>
                      </a:r>
                      <a:endParaRPr lang="en-ID" sz="200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/>
                        <a:t>Menyusun dugaan terbaik (penjelasan paling mungkin) dari fakta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/>
                        <a:t>Banyak </a:t>
                      </a:r>
                      <a:r>
                        <a:rPr lang="en-ID" sz="1400" dirty="0" err="1"/>
                        <a:t>lele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mati</a:t>
                      </a:r>
                      <a:r>
                        <a:rPr lang="en-ID" sz="1400" dirty="0"/>
                        <a:t> → </a:t>
                      </a:r>
                      <a:r>
                        <a:rPr lang="en-ID" sz="1400" dirty="0" err="1"/>
                        <a:t>kemungkinan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karena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kadar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oksigen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rendah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pt-BR" sz="1400"/>
                        <a:t>Membuat hipotesis awal, eksplorasi masalah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6440"/>
                  </a:ext>
                </a:extLst>
              </a:tr>
              <a:tr h="915087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  <a:buNone/>
                      </a:pPr>
                      <a:r>
                        <a:rPr lang="en-ID" sz="2000" b="1"/>
                        <a:t>Analogis</a:t>
                      </a:r>
                      <a:endParaRPr lang="en-ID" sz="200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/>
                        <a:t>Menyimpulkan berdasarkan kesamaan dengan hal lain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/>
                        <a:t>Metode </a:t>
                      </a:r>
                      <a:r>
                        <a:rPr lang="en-ID" sz="1400" dirty="0" err="1"/>
                        <a:t>deteksi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citra</a:t>
                      </a:r>
                      <a:r>
                        <a:rPr lang="en-ID" sz="1400" dirty="0"/>
                        <a:t> pada </a:t>
                      </a:r>
                      <a:r>
                        <a:rPr lang="en-ID" sz="1400" dirty="0" err="1"/>
                        <a:t>tanaman</a:t>
                      </a:r>
                      <a:r>
                        <a:rPr lang="en-ID" sz="1400" dirty="0"/>
                        <a:t> → </a:t>
                      </a:r>
                      <a:r>
                        <a:rPr lang="en-ID" sz="1400" dirty="0" err="1"/>
                        <a:t>bisa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diterapkan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untuk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deteksi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ukuran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benih</a:t>
                      </a:r>
                      <a:r>
                        <a:rPr lang="en-ID" sz="1400" dirty="0"/>
                        <a:t> ikan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/>
                        <a:t>Adaptasi metode, pengembangan solusi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96193"/>
                  </a:ext>
                </a:extLst>
              </a:tr>
              <a:tr h="705679">
                <a:tc>
                  <a:txBody>
                    <a:bodyPr/>
                    <a:lstStyle/>
                    <a:p>
                      <a:pPr algn="ctr">
                        <a:lnSpc>
                          <a:spcPct val="50000"/>
                        </a:lnSpc>
                        <a:buNone/>
                      </a:pPr>
                      <a:r>
                        <a:rPr lang="en-ID" sz="2000" b="1" dirty="0" err="1"/>
                        <a:t>Kausal</a:t>
                      </a:r>
                      <a:endParaRPr lang="en-ID" sz="20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sv-SE" sz="1400"/>
                        <a:t>Menarik hubungan sebab-akibat antar variabel</a:t>
                      </a:r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 err="1"/>
                        <a:t>Tingginya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kadar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amonia</a:t>
                      </a:r>
                      <a:r>
                        <a:rPr lang="en-ID" sz="1400" dirty="0"/>
                        <a:t> → </a:t>
                      </a:r>
                      <a:r>
                        <a:rPr lang="en-ID" sz="1400" dirty="0" err="1"/>
                        <a:t>pertumbuhan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lele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terhambat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D" sz="1400" dirty="0" err="1"/>
                        <a:t>Menentukan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hubungan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antar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variabel</a:t>
                      </a:r>
                      <a:r>
                        <a:rPr lang="en-ID" sz="1400" dirty="0"/>
                        <a:t>, </a:t>
                      </a:r>
                      <a:r>
                        <a:rPr lang="en-ID" sz="1400" dirty="0" err="1"/>
                        <a:t>analisis</a:t>
                      </a:r>
                      <a:r>
                        <a:rPr lang="en-ID" sz="1400" dirty="0"/>
                        <a:t> </a:t>
                      </a:r>
                      <a:r>
                        <a:rPr lang="en-ID" sz="1400" dirty="0" err="1"/>
                        <a:t>eksperimen</a:t>
                      </a:r>
                      <a:endParaRPr lang="en-ID" sz="1400" dirty="0"/>
                    </a:p>
                  </a:txBody>
                  <a:tcPr marL="34466" marR="34466" marT="17233" marB="1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182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9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225218-5BFB-F72E-AF3B-48DCC924269B}"/>
              </a:ext>
            </a:extLst>
          </p:cNvPr>
          <p:cNvSpPr txBox="1"/>
          <p:nvPr/>
        </p:nvSpPr>
        <p:spPr>
          <a:xfrm>
            <a:off x="2664333" y="2223247"/>
            <a:ext cx="703455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METODE PENELITIAN</a:t>
            </a:r>
          </a:p>
          <a:p>
            <a:pPr algn="ctr"/>
            <a:r>
              <a:rPr lang="en-US" sz="4400" dirty="0"/>
              <a:t>Vs</a:t>
            </a:r>
          </a:p>
          <a:p>
            <a:pPr algn="ctr"/>
            <a:r>
              <a:rPr lang="en-US" sz="4400" dirty="0"/>
              <a:t>METODOLOGI PENELITIAN</a:t>
            </a:r>
            <a:endParaRPr lang="en-ID" sz="4400" dirty="0"/>
          </a:p>
        </p:txBody>
      </p:sp>
    </p:spTree>
    <p:extLst>
      <p:ext uri="{BB962C8B-B14F-4D97-AF65-F5344CB8AC3E}">
        <p14:creationId xmlns:p14="http://schemas.microsoft.com/office/powerpoint/2010/main" val="824265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DEF2E2-AFF9-4C44-B8E8-EF7BC199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1325563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METODE ILMIAH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4F034-0920-4FD1-AFC9-323784292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174" y="1645412"/>
            <a:ext cx="10125075" cy="4704588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Metode</a:t>
            </a:r>
            <a:r>
              <a:rPr lang="en-US" sz="2400" dirty="0"/>
              <a:t> </a:t>
            </a:r>
            <a:r>
              <a:rPr lang="en-US" sz="2400" dirty="0" err="1"/>
              <a:t>ialah</a:t>
            </a:r>
            <a:r>
              <a:rPr lang="en-US" sz="2400" dirty="0"/>
              <a:t> </a:t>
            </a:r>
            <a:r>
              <a:rPr lang="en-US" sz="2400" dirty="0" err="1"/>
              <a:t>kerangka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tindakan</a:t>
            </a:r>
            <a:r>
              <a:rPr lang="en-US" sz="2400" dirty="0"/>
              <a:t>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kerangka</a:t>
            </a:r>
            <a:r>
              <a:rPr lang="en-US" sz="2400" dirty="0"/>
              <a:t> </a:t>
            </a:r>
            <a:r>
              <a:rPr lang="en-US" sz="2400" dirty="0" err="1"/>
              <a:t>berpikir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menyusun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gagasan</a:t>
            </a:r>
            <a:r>
              <a:rPr lang="en-US" sz="2400" dirty="0"/>
              <a:t> yang </a:t>
            </a:r>
            <a:r>
              <a:rPr lang="en-US" sz="2400" dirty="0" err="1"/>
              <a:t>terarah</a:t>
            </a:r>
            <a:r>
              <a:rPr lang="en-US" sz="2400" dirty="0"/>
              <a:t> dan </a:t>
            </a:r>
            <a:r>
              <a:rPr lang="en-US" sz="2400" dirty="0" err="1"/>
              <a:t>terkait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maksud</a:t>
            </a:r>
            <a:r>
              <a:rPr lang="en-US" sz="2400" dirty="0"/>
              <a:t> dan </a:t>
            </a:r>
            <a:r>
              <a:rPr lang="en-US" sz="2400" dirty="0" err="1"/>
              <a:t>tujuan</a:t>
            </a:r>
            <a:r>
              <a:rPr lang="en-US" sz="2400" dirty="0"/>
              <a:t>.</a:t>
            </a:r>
          </a:p>
          <a:p>
            <a:r>
              <a:rPr lang="en-US" sz="2400" b="1" dirty="0" err="1">
                <a:solidFill>
                  <a:srgbClr val="FF0000"/>
                </a:solidFill>
              </a:rPr>
              <a:t>Metode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ilmiah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proses </a:t>
            </a:r>
            <a:r>
              <a:rPr lang="en-US" sz="2400" b="1" dirty="0" err="1">
                <a:solidFill>
                  <a:srgbClr val="FF0000"/>
                </a:solidFill>
              </a:rPr>
              <a:t>ilmiah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proses </a:t>
            </a:r>
            <a:r>
              <a:rPr lang="en-US" sz="2400" dirty="0" err="1"/>
              <a:t>keilmuan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memperoleh</a:t>
            </a:r>
            <a:r>
              <a:rPr lang="en-US" sz="2400" dirty="0"/>
              <a:t> </a:t>
            </a:r>
            <a:r>
              <a:rPr lang="en-US" sz="2400" dirty="0" err="1"/>
              <a:t>pengetahuan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sistematis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bukti</a:t>
            </a:r>
            <a:r>
              <a:rPr lang="en-US" sz="2400" dirty="0"/>
              <a:t> </a:t>
            </a:r>
            <a:r>
              <a:rPr lang="en-US" sz="2400" dirty="0" err="1"/>
              <a:t>fisis</a:t>
            </a:r>
            <a:r>
              <a:rPr lang="id-ID" sz="2400" dirty="0"/>
              <a:t> (mengarah kepada bukti nyata yang tampak dan bukan khayalan belaka)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yang </a:t>
            </a:r>
            <a:r>
              <a:rPr lang="en-US" sz="2400" b="1" dirty="0" err="1">
                <a:solidFill>
                  <a:srgbClr val="FF0000"/>
                </a:solidFill>
              </a:rPr>
              <a:t>tepat</a:t>
            </a:r>
            <a:r>
              <a:rPr lang="en-US" sz="2400" b="1" dirty="0">
                <a:solidFill>
                  <a:srgbClr val="FF0000"/>
                </a:solidFill>
              </a:rPr>
              <a:t> dan </a:t>
            </a:r>
            <a:r>
              <a:rPr lang="en-US" sz="2400" b="1" dirty="0" err="1">
                <a:solidFill>
                  <a:srgbClr val="FF0000"/>
                </a:solidFill>
              </a:rPr>
              <a:t>benar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dirasakan</a:t>
            </a:r>
            <a:r>
              <a:rPr lang="en-US" sz="2400" dirty="0"/>
              <a:t> </a:t>
            </a:r>
            <a:r>
              <a:rPr lang="en-US" sz="2400" dirty="0" err="1"/>
              <a:t>urgensinya</a:t>
            </a:r>
            <a:r>
              <a:rPr lang="en-US" sz="2400" dirty="0"/>
              <a:t> </a:t>
            </a: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keberhasilan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1277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94B11-C5B4-412A-BB14-4DEF6BE6E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690688"/>
            <a:ext cx="10668000" cy="4961124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Metodologi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formula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penerapan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langkah-langkah</a:t>
            </a:r>
            <a:r>
              <a:rPr lang="en-US" sz="2400" dirty="0"/>
              <a:t> dan juga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endParaRPr lang="en-US" sz="2400" dirty="0"/>
          </a:p>
          <a:p>
            <a:r>
              <a:rPr lang="en-US" sz="2400" b="1" dirty="0" err="1">
                <a:solidFill>
                  <a:srgbClr val="FF0000"/>
                </a:solidFill>
              </a:rPr>
              <a:t>Metodologi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Penelitian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ilmu</a:t>
            </a:r>
            <a:r>
              <a:rPr lang="en-US" sz="2400" dirty="0"/>
              <a:t> </a:t>
            </a:r>
            <a:r>
              <a:rPr lang="en-US" sz="2400" dirty="0" err="1"/>
              <a:t>komputer</a:t>
            </a:r>
            <a:r>
              <a:rPr lang="en-US" sz="2400" dirty="0"/>
              <a:t>/system </a:t>
            </a:r>
            <a:r>
              <a:rPr lang="en-US" sz="2400" dirty="0" err="1"/>
              <a:t>informasi</a:t>
            </a:r>
            <a:r>
              <a:rPr lang="en-US" sz="2400" dirty="0"/>
              <a:t>/</a:t>
            </a:r>
            <a:r>
              <a:rPr lang="en-US" sz="2400" dirty="0" err="1"/>
              <a:t>teknologi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“</a:t>
            </a:r>
            <a:r>
              <a:rPr lang="en-US" sz="2400" dirty="0" err="1"/>
              <a:t>langkah-langkah</a:t>
            </a:r>
            <a:r>
              <a:rPr lang="en-US" sz="2400" dirty="0"/>
              <a:t>/</a:t>
            </a:r>
            <a:r>
              <a:rPr lang="en-US" sz="2400" dirty="0" err="1"/>
              <a:t>tahapan</a:t>
            </a:r>
            <a:r>
              <a:rPr lang="en-US" sz="2400" dirty="0"/>
              <a:t> </a:t>
            </a:r>
            <a:r>
              <a:rPr lang="en-US" sz="2400" dirty="0" err="1"/>
              <a:t>perencanaan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bantuan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, </a:t>
            </a:r>
            <a:r>
              <a:rPr lang="en-US" sz="2400" dirty="0" err="1"/>
              <a:t>teknik</a:t>
            </a:r>
            <a:r>
              <a:rPr lang="en-US" sz="2400" dirty="0"/>
              <a:t>, </a:t>
            </a:r>
            <a:r>
              <a:rPr lang="en-US" sz="2400" dirty="0" err="1"/>
              <a:t>alat</a:t>
            </a:r>
            <a:r>
              <a:rPr lang="en-US" sz="2400" dirty="0"/>
              <a:t> (tools) dan </a:t>
            </a:r>
            <a:r>
              <a:rPr lang="en-US" sz="2400" dirty="0" err="1"/>
              <a:t>dokumentasi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membantu</a:t>
            </a:r>
            <a:r>
              <a:rPr lang="en-US" sz="2400" dirty="0"/>
              <a:t> </a:t>
            </a:r>
            <a:r>
              <a:rPr lang="en-US" sz="2400" dirty="0" err="1"/>
              <a:t>peneliti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meminimalkan</a:t>
            </a:r>
            <a:r>
              <a:rPr lang="en-US" sz="2400" dirty="0"/>
              <a:t> </a:t>
            </a:r>
            <a:r>
              <a:rPr lang="en-US" sz="2400" dirty="0" err="1"/>
              <a:t>resiko</a:t>
            </a:r>
            <a:r>
              <a:rPr lang="en-US" sz="2400" dirty="0"/>
              <a:t> </a:t>
            </a:r>
            <a:r>
              <a:rPr lang="en-US" sz="2400" dirty="0" err="1"/>
              <a:t>kegagalan</a:t>
            </a:r>
            <a:r>
              <a:rPr lang="en-US" sz="2400" dirty="0"/>
              <a:t> dan </a:t>
            </a:r>
            <a:r>
              <a:rPr lang="en-US" sz="2400" dirty="0" err="1"/>
              <a:t>menekankan</a:t>
            </a:r>
            <a:r>
              <a:rPr lang="en-US" sz="2400" dirty="0"/>
              <a:t> pada proses/</a:t>
            </a:r>
            <a:r>
              <a:rPr lang="en-US" sz="2400" dirty="0" err="1"/>
              <a:t>sasaran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di </a:t>
            </a:r>
            <a:r>
              <a:rPr lang="en-US" sz="2400" dirty="0" err="1"/>
              <a:t>bidang</a:t>
            </a:r>
            <a:r>
              <a:rPr lang="en-US" sz="2400" dirty="0"/>
              <a:t> CS/IS/IT”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METODOLOGI PENELITIAN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33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05BEE0-070D-4A79-9F6D-3C4BB9D09AD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MANFAAT PENGGUNAAN METODOLOGI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C26D89-BE3B-4030-929D-806A03BE0B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1990725"/>
          <a:ext cx="10668000" cy="410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04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Peran </a:t>
            </a:r>
            <a:r>
              <a:rPr b="1" dirty="0" err="1"/>
              <a:t>Penelitian</a:t>
            </a:r>
            <a:r>
              <a:rPr b="1" dirty="0"/>
              <a:t> di </a:t>
            </a:r>
            <a:r>
              <a:rPr b="1" dirty="0" err="1"/>
              <a:t>Politeknik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Dasar </a:t>
            </a:r>
            <a:r>
              <a:rPr dirty="0" err="1"/>
              <a:t>penyusunan</a:t>
            </a:r>
            <a:r>
              <a:rPr dirty="0"/>
              <a:t> </a:t>
            </a:r>
            <a:r>
              <a:rPr dirty="0" err="1"/>
              <a:t>Tugas</a:t>
            </a:r>
            <a:r>
              <a:rPr dirty="0"/>
              <a:t> Akhir</a:t>
            </a:r>
            <a:r>
              <a:rPr lang="en-US" dirty="0"/>
              <a:t>/</a:t>
            </a:r>
            <a:r>
              <a:rPr lang="en-US" dirty="0" err="1"/>
              <a:t>skripsi</a:t>
            </a:r>
            <a:endParaRPr dirty="0"/>
          </a:p>
          <a:p>
            <a:r>
              <a:rPr dirty="0" err="1"/>
              <a:t>Pengembangan</a:t>
            </a:r>
            <a:r>
              <a:rPr dirty="0"/>
              <a:t> </a:t>
            </a:r>
            <a:r>
              <a:rPr dirty="0" err="1"/>
              <a:t>ilmu</a:t>
            </a:r>
            <a:r>
              <a:rPr dirty="0"/>
              <a:t> </a:t>
            </a:r>
            <a:r>
              <a:rPr dirty="0" err="1"/>
              <a:t>terapan</a:t>
            </a:r>
            <a:endParaRPr dirty="0"/>
          </a:p>
          <a:p>
            <a:r>
              <a:rPr dirty="0" err="1"/>
              <a:t>Pemecahan</a:t>
            </a:r>
            <a:r>
              <a:rPr dirty="0"/>
              <a:t>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(PPM/PKM)</a:t>
            </a:r>
          </a:p>
          <a:p>
            <a:r>
              <a:rPr dirty="0" err="1"/>
              <a:t>Publikasi</a:t>
            </a:r>
            <a:r>
              <a:rPr dirty="0"/>
              <a:t> </a:t>
            </a:r>
            <a:r>
              <a:rPr dirty="0" err="1"/>
              <a:t>ilmiah</a:t>
            </a:r>
            <a:r>
              <a:rPr dirty="0"/>
              <a:t> (seminar, </a:t>
            </a:r>
            <a:r>
              <a:rPr dirty="0" err="1"/>
              <a:t>jurnal</a:t>
            </a:r>
            <a:r>
              <a:rPr dirty="0"/>
              <a:t>, </a:t>
            </a:r>
            <a:r>
              <a:rPr dirty="0" err="1"/>
              <a:t>prosiding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Tugas</a:t>
            </a:r>
            <a:r>
              <a:rPr b="1" dirty="0"/>
              <a:t> </a:t>
            </a:r>
            <a:r>
              <a:rPr b="1" dirty="0" err="1"/>
              <a:t>Pertemuan</a:t>
            </a:r>
            <a:r>
              <a:rPr b="1"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Cari 3 </a:t>
            </a: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judul</a:t>
            </a:r>
            <a:r>
              <a:rPr dirty="0"/>
              <a:t> </a:t>
            </a:r>
            <a:r>
              <a:rPr dirty="0" err="1"/>
              <a:t>penelitian</a:t>
            </a:r>
            <a:r>
              <a:rPr dirty="0"/>
              <a:t> (</a:t>
            </a:r>
            <a:r>
              <a:rPr lang="en-US" dirty="0" err="1"/>
              <a:t>skripsi</a:t>
            </a:r>
            <a:r>
              <a:rPr dirty="0"/>
              <a:t>)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baca</a:t>
            </a:r>
            <a:r>
              <a:rPr lang="en-US" dirty="0"/>
              <a:t> JTI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minat</a:t>
            </a:r>
            <a:r>
              <a:rPr lang="en-US" dirty="0"/>
              <a:t> </a:t>
            </a:r>
            <a:r>
              <a:rPr lang="en-US" dirty="0" err="1"/>
              <a:t>riset</a:t>
            </a:r>
            <a:r>
              <a:rPr lang="en-US" dirty="0"/>
              <a:t> masing-masing</a:t>
            </a:r>
            <a:r>
              <a:rPr dirty="0"/>
              <a:t>.</a:t>
            </a:r>
          </a:p>
          <a:p>
            <a:r>
              <a:rPr dirty="0" err="1"/>
              <a:t>Analisis</a:t>
            </a:r>
            <a:r>
              <a:rPr dirty="0"/>
              <a:t> </a:t>
            </a:r>
            <a:r>
              <a:rPr dirty="0" err="1"/>
              <a:t>singkat</a:t>
            </a:r>
            <a:r>
              <a:rPr dirty="0"/>
              <a:t>:</a:t>
            </a:r>
          </a:p>
          <a:p>
            <a:pPr lvl="1"/>
            <a:r>
              <a:rPr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b="1" dirty="0" err="1"/>
              <a:t>Rumusan</a:t>
            </a:r>
            <a:r>
              <a:rPr b="1" dirty="0"/>
              <a:t> </a:t>
            </a:r>
            <a:r>
              <a:rPr b="1" dirty="0" err="1"/>
              <a:t>masalah</a:t>
            </a:r>
            <a:r>
              <a:rPr lang="en-US" b="1" dirty="0" err="1"/>
              <a:t>-</a:t>
            </a:r>
            <a:r>
              <a:rPr lang="en-US" dirty="0" err="1"/>
              <a:t>nya</a:t>
            </a:r>
            <a:r>
              <a:rPr lang="en-US" dirty="0"/>
              <a:t>?</a:t>
            </a:r>
            <a:endParaRPr dirty="0"/>
          </a:p>
          <a:p>
            <a:pPr lvl="1"/>
            <a:r>
              <a:rPr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b="1" dirty="0"/>
              <a:t>Tujuan </a:t>
            </a:r>
            <a:r>
              <a:rPr b="1" dirty="0" err="1"/>
              <a:t>penelitian</a:t>
            </a:r>
            <a:r>
              <a:rPr lang="en-US" b="1" dirty="0" err="1"/>
              <a:t>-</a:t>
            </a:r>
            <a:r>
              <a:rPr lang="en-US" dirty="0" err="1"/>
              <a:t>nya</a:t>
            </a:r>
            <a:endParaRPr dirty="0"/>
          </a:p>
          <a:p>
            <a:pPr lvl="1"/>
            <a:r>
              <a:rPr dirty="0"/>
              <a:t> </a:t>
            </a:r>
            <a:r>
              <a:rPr lang="en-US" dirty="0" err="1"/>
              <a:t>Sebutkan</a:t>
            </a:r>
            <a:r>
              <a:rPr lang="en-US" dirty="0"/>
              <a:t> </a:t>
            </a:r>
            <a:r>
              <a:rPr b="1" dirty="0"/>
              <a:t>Jenis </a:t>
            </a:r>
            <a:r>
              <a:rPr b="1" dirty="0" err="1"/>
              <a:t>penelitian</a:t>
            </a:r>
            <a:r>
              <a:rPr lang="en-US" dirty="0" err="1"/>
              <a:t>-nya</a:t>
            </a:r>
            <a:r>
              <a:rPr lang="en-US" dirty="0"/>
              <a:t>,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alasannya</a:t>
            </a:r>
            <a:r>
              <a:rPr lang="en-US" dirty="0"/>
              <a:t>.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1193</Words>
  <Application>Microsoft Office PowerPoint</Application>
  <PresentationFormat>Widescreen</PresentationFormat>
  <Paragraphs>149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Tahoma</vt:lpstr>
      <vt:lpstr>Wingdings</vt:lpstr>
      <vt:lpstr>Office Theme</vt:lpstr>
      <vt:lpstr>PowerPoint Presentation</vt:lpstr>
      <vt:lpstr>KONTRAK PERKULIAHAN</vt:lpstr>
      <vt:lpstr>Pengantar Mata Kuliah</vt:lpstr>
      <vt:lpstr>Definisi Penelitian</vt:lpstr>
      <vt:lpstr>Tujuan Penelitian</vt:lpstr>
      <vt:lpstr>Jenis-Jenis Penelitian</vt:lpstr>
      <vt:lpstr>Unsur Penting Penelitian</vt:lpstr>
      <vt:lpstr>Siklus Penelitian</vt:lpstr>
      <vt:lpstr>Siklus Penelitian</vt:lpstr>
      <vt:lpstr>Berfikir logis</vt:lpstr>
      <vt:lpstr>Berfikir logis</vt:lpstr>
      <vt:lpstr>Jenis-jenis penalaran</vt:lpstr>
      <vt:lpstr>PowerPoint Presentation</vt:lpstr>
      <vt:lpstr>METODE ILMIAH</vt:lpstr>
      <vt:lpstr>METODOLOGI PENELITIAN</vt:lpstr>
      <vt:lpstr>MANFAAT PENGGUNAAN METODOLOGI</vt:lpstr>
      <vt:lpstr>Peran Penelitian di Politeknik</vt:lpstr>
      <vt:lpstr>Tugas Pertemuan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rosiani@polinema.ac.id</dc:creator>
  <cp:lastModifiedBy>rosiani@polinema.ac.id</cp:lastModifiedBy>
  <cp:revision>5</cp:revision>
  <dcterms:created xsi:type="dcterms:W3CDTF">2025-08-26T14:20:42Z</dcterms:created>
  <dcterms:modified xsi:type="dcterms:W3CDTF">2025-08-26T15:53:17Z</dcterms:modified>
</cp:coreProperties>
</file>